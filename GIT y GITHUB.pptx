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63" r:id="rId4"/>
    <p:sldId id="270" r:id="rId5"/>
    <p:sldId id="271" r:id="rId6"/>
    <p:sldId id="262" r:id="rId7"/>
    <p:sldId id="269" r:id="rId8"/>
    <p:sldId id="265" r:id="rId9"/>
    <p:sldId id="266" r:id="rId10"/>
    <p:sldId id="267" r:id="rId11"/>
    <p:sldId id="268"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0" d="100"/>
          <a:sy n="80" d="100"/>
        </p:scale>
        <p:origin x="71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6517CBF-ECEA-437A-B91B-EBD0D2F9C4FD}" type="doc">
      <dgm:prSet loTypeId="urn:microsoft.com/office/officeart/2005/8/layout/default" loCatId="list" qsTypeId="urn:microsoft.com/office/officeart/2005/8/quickstyle/simple4" qsCatId="simple" csTypeId="urn:microsoft.com/office/officeart/2005/8/colors/colorful5" csCatId="colorful"/>
      <dgm:spPr/>
      <dgm:t>
        <a:bodyPr/>
        <a:lstStyle/>
        <a:p>
          <a:endParaRPr lang="en-US"/>
        </a:p>
      </dgm:t>
    </dgm:pt>
    <dgm:pt modelId="{59D974CD-D071-49F9-849B-3D73E2E093ED}">
      <dgm:prSet custT="1"/>
      <dgm:spPr/>
      <dgm:t>
        <a:bodyPr/>
        <a:lstStyle/>
        <a:p>
          <a:r>
            <a:rPr lang="es-MX" sz="1200" b="1" dirty="0" err="1">
              <a:solidFill>
                <a:schemeClr val="bg1"/>
              </a:solidFill>
              <a:latin typeface="Times New Roman" panose="02020603050405020304" pitchFamily="18" charset="0"/>
              <a:cs typeface="Times New Roman" panose="02020603050405020304" pitchFamily="18" charset="0"/>
            </a:rPr>
            <a:t>git</a:t>
          </a:r>
          <a:r>
            <a:rPr lang="es-MX" sz="1200" b="1" dirty="0">
              <a:solidFill>
                <a:schemeClr val="bg1"/>
              </a:solidFill>
              <a:latin typeface="Times New Roman" panose="02020603050405020304" pitchFamily="18" charset="0"/>
              <a:cs typeface="Times New Roman" panose="02020603050405020304" pitchFamily="18" charset="0"/>
            </a:rPr>
            <a:t> </a:t>
          </a:r>
          <a:r>
            <a:rPr lang="es-MX" sz="1200" b="1" dirty="0" err="1">
              <a:solidFill>
                <a:schemeClr val="bg1"/>
              </a:solidFill>
              <a:latin typeface="Times New Roman" panose="02020603050405020304" pitchFamily="18" charset="0"/>
              <a:cs typeface="Times New Roman" panose="02020603050405020304" pitchFamily="18" charset="0"/>
            </a:rPr>
            <a:t>init</a:t>
          </a:r>
          <a:r>
            <a:rPr lang="es-MX" sz="1200" dirty="0">
              <a:latin typeface="Times New Roman" panose="02020603050405020304" pitchFamily="18" charset="0"/>
              <a:cs typeface="Times New Roman" panose="02020603050405020304" pitchFamily="18" charset="0"/>
            </a:rPr>
            <a:t>: Inicializa un repositorio Git en un directorio local.</a:t>
          </a:r>
          <a:endParaRPr lang="en-US" sz="1200" dirty="0">
            <a:latin typeface="Times New Roman" panose="02020603050405020304" pitchFamily="18" charset="0"/>
            <a:cs typeface="Times New Roman" panose="02020603050405020304" pitchFamily="18" charset="0"/>
          </a:endParaRPr>
        </a:p>
      </dgm:t>
    </dgm:pt>
    <dgm:pt modelId="{1D7DC4BB-4422-473A-AA72-551AADB56CF3}" type="parTrans" cxnId="{0CE58815-6E52-45AA-8771-B31DBFEF93F3}">
      <dgm:prSet/>
      <dgm:spPr/>
      <dgm:t>
        <a:bodyPr/>
        <a:lstStyle/>
        <a:p>
          <a:endParaRPr lang="en-US" sz="1200">
            <a:latin typeface="Times New Roman" panose="02020603050405020304" pitchFamily="18" charset="0"/>
            <a:cs typeface="Times New Roman" panose="02020603050405020304" pitchFamily="18" charset="0"/>
          </a:endParaRPr>
        </a:p>
      </dgm:t>
    </dgm:pt>
    <dgm:pt modelId="{EFAD7086-5AE2-409D-9C84-15302DF6BEF4}" type="sibTrans" cxnId="{0CE58815-6E52-45AA-8771-B31DBFEF93F3}">
      <dgm:prSet/>
      <dgm:spPr/>
      <dgm:t>
        <a:bodyPr/>
        <a:lstStyle/>
        <a:p>
          <a:endParaRPr lang="en-US" sz="1200">
            <a:latin typeface="Times New Roman" panose="02020603050405020304" pitchFamily="18" charset="0"/>
            <a:cs typeface="Times New Roman" panose="02020603050405020304" pitchFamily="18" charset="0"/>
          </a:endParaRPr>
        </a:p>
      </dgm:t>
    </dgm:pt>
    <dgm:pt modelId="{E08CBA55-BDD0-432F-9757-8F8A2BC985ED}">
      <dgm:prSet custT="1"/>
      <dgm:spPr/>
      <dgm:t>
        <a:bodyPr/>
        <a:lstStyle/>
        <a:p>
          <a:r>
            <a:rPr lang="es-MX" sz="1200" b="1" kern="1200" dirty="0" err="1">
              <a:solidFill>
                <a:schemeClr val="bg1"/>
              </a:solidFill>
              <a:latin typeface="Times New Roman" panose="02020603050405020304" pitchFamily="18" charset="0"/>
              <a:ea typeface="+mn-ea"/>
              <a:cs typeface="Times New Roman" panose="02020603050405020304" pitchFamily="18" charset="0"/>
            </a:rPr>
            <a:t>git</a:t>
          </a:r>
          <a:r>
            <a:rPr lang="es-MX" sz="1200" b="1" kern="1200" dirty="0">
              <a:solidFill>
                <a:schemeClr val="bg1"/>
              </a:solidFill>
              <a:latin typeface="Times New Roman" panose="02020603050405020304" pitchFamily="18" charset="0"/>
              <a:ea typeface="+mn-ea"/>
              <a:cs typeface="Times New Roman" panose="02020603050405020304" pitchFamily="18" charset="0"/>
            </a:rPr>
            <a:t> clone </a:t>
          </a:r>
          <a:r>
            <a:rPr lang="es-MX" sz="1200" b="1" kern="1200" dirty="0">
              <a:solidFill>
                <a:schemeClr val="bg1"/>
              </a:solidFill>
              <a:latin typeface="Times New Roman" panose="02020603050405020304" pitchFamily="18" charset="0"/>
              <a:cs typeface="Times New Roman" panose="02020603050405020304" pitchFamily="18" charset="0"/>
            </a:rPr>
            <a:t>[URL]</a:t>
          </a:r>
          <a:r>
            <a:rPr lang="es-MX" sz="1200" kern="1200" dirty="0">
              <a:latin typeface="Times New Roman" panose="02020603050405020304" pitchFamily="18" charset="0"/>
              <a:cs typeface="Times New Roman" panose="02020603050405020304" pitchFamily="18" charset="0"/>
            </a:rPr>
            <a:t>: Clona un repositorio Git existente en un nuevo directorio.</a:t>
          </a:r>
          <a:endParaRPr lang="en-US" sz="1200" kern="1200" dirty="0">
            <a:latin typeface="Times New Roman" panose="02020603050405020304" pitchFamily="18" charset="0"/>
            <a:cs typeface="Times New Roman" panose="02020603050405020304" pitchFamily="18" charset="0"/>
          </a:endParaRPr>
        </a:p>
      </dgm:t>
    </dgm:pt>
    <dgm:pt modelId="{B0189BE8-DED0-4616-B0DE-2F1E81F97F7F}" type="parTrans" cxnId="{C5628F5C-8905-4940-A683-2E1731A371A4}">
      <dgm:prSet/>
      <dgm:spPr/>
      <dgm:t>
        <a:bodyPr/>
        <a:lstStyle/>
        <a:p>
          <a:endParaRPr lang="en-US" sz="1200">
            <a:latin typeface="Times New Roman" panose="02020603050405020304" pitchFamily="18" charset="0"/>
            <a:cs typeface="Times New Roman" panose="02020603050405020304" pitchFamily="18" charset="0"/>
          </a:endParaRPr>
        </a:p>
      </dgm:t>
    </dgm:pt>
    <dgm:pt modelId="{DD700CB0-0A27-4D6D-ADFB-EDD808131FCD}" type="sibTrans" cxnId="{C5628F5C-8905-4940-A683-2E1731A371A4}">
      <dgm:prSet/>
      <dgm:spPr/>
      <dgm:t>
        <a:bodyPr/>
        <a:lstStyle/>
        <a:p>
          <a:endParaRPr lang="en-US" sz="1200">
            <a:latin typeface="Times New Roman" panose="02020603050405020304" pitchFamily="18" charset="0"/>
            <a:cs typeface="Times New Roman" panose="02020603050405020304" pitchFamily="18" charset="0"/>
          </a:endParaRPr>
        </a:p>
      </dgm:t>
    </dgm:pt>
    <dgm:pt modelId="{3F08C927-72BF-48F7-A9A6-A8136A00D114}">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status</a:t>
          </a:r>
          <a:r>
            <a:rPr lang="es-MX" sz="1200" kern="1200" dirty="0">
              <a:latin typeface="Times New Roman" panose="02020603050405020304" pitchFamily="18" charset="0"/>
              <a:cs typeface="Times New Roman" panose="02020603050405020304" pitchFamily="18" charset="0"/>
            </a:rPr>
            <a:t>: Muestra el estado actual del repositorio, incluyendo los cambios realizados y los archivos no rastreados.</a:t>
          </a:r>
          <a:endParaRPr lang="en-US" sz="1200" kern="1200" dirty="0">
            <a:latin typeface="Times New Roman" panose="02020603050405020304" pitchFamily="18" charset="0"/>
            <a:cs typeface="Times New Roman" panose="02020603050405020304" pitchFamily="18" charset="0"/>
          </a:endParaRPr>
        </a:p>
      </dgm:t>
    </dgm:pt>
    <dgm:pt modelId="{12CB5DB4-7196-4DC1-8E3D-FBE627839568}" type="parTrans" cxnId="{8563D702-979E-405F-B3CE-F8C47DD94996}">
      <dgm:prSet/>
      <dgm:spPr/>
      <dgm:t>
        <a:bodyPr/>
        <a:lstStyle/>
        <a:p>
          <a:endParaRPr lang="en-US" sz="1200">
            <a:latin typeface="Times New Roman" panose="02020603050405020304" pitchFamily="18" charset="0"/>
            <a:cs typeface="Times New Roman" panose="02020603050405020304" pitchFamily="18" charset="0"/>
          </a:endParaRPr>
        </a:p>
      </dgm:t>
    </dgm:pt>
    <dgm:pt modelId="{27951851-0D26-4890-98FA-7F083D7910CC}" type="sibTrans" cxnId="{8563D702-979E-405F-B3CE-F8C47DD94996}">
      <dgm:prSet/>
      <dgm:spPr/>
      <dgm:t>
        <a:bodyPr/>
        <a:lstStyle/>
        <a:p>
          <a:endParaRPr lang="en-US" sz="1200">
            <a:latin typeface="Times New Roman" panose="02020603050405020304" pitchFamily="18" charset="0"/>
            <a:cs typeface="Times New Roman" panose="02020603050405020304" pitchFamily="18" charset="0"/>
          </a:endParaRPr>
        </a:p>
      </dgm:t>
    </dgm:pt>
    <dgm:pt modelId="{407EC0F5-4327-4BF1-A672-BF72FEEA0ACA}">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add</a:t>
          </a:r>
          <a:r>
            <a:rPr lang="es-MX" sz="1200" b="1" kern="1200" dirty="0">
              <a:solidFill>
                <a:prstClr val="black"/>
              </a:solidFill>
              <a:latin typeface="Times New Roman" panose="02020603050405020304" pitchFamily="18" charset="0"/>
              <a:ea typeface="+mn-ea"/>
              <a:cs typeface="Times New Roman" panose="02020603050405020304" pitchFamily="18" charset="0"/>
            </a:rPr>
            <a:t> [archivo]</a:t>
          </a:r>
          <a:r>
            <a:rPr lang="es-MX" sz="1200" b="0" kern="1200" dirty="0">
              <a:solidFill>
                <a:schemeClr val="tx1"/>
              </a:solidFill>
              <a:latin typeface="Times New Roman" panose="02020603050405020304" pitchFamily="18" charset="0"/>
              <a:ea typeface="+mn-ea"/>
              <a:cs typeface="Times New Roman" panose="02020603050405020304" pitchFamily="18" charset="0"/>
            </a:rPr>
            <a: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kern="1200" dirty="0">
              <a:latin typeface="Times New Roman" panose="02020603050405020304" pitchFamily="18" charset="0"/>
              <a:cs typeface="Times New Roman" panose="02020603050405020304" pitchFamily="18" charset="0"/>
            </a:rPr>
            <a:t>Agrega un archivo al área de preparación para ser incluido en el próximo </a:t>
          </a:r>
          <a:r>
            <a:rPr lang="es-MX" sz="1200" kern="1200" dirty="0" err="1">
              <a:latin typeface="Times New Roman" panose="02020603050405020304" pitchFamily="18" charset="0"/>
              <a:cs typeface="Times New Roman" panose="02020603050405020304" pitchFamily="18" charset="0"/>
            </a:rPr>
            <a:t>commit</a:t>
          </a:r>
          <a:r>
            <a:rPr lang="es-MX" sz="1200" kern="1200" dirty="0">
              <a:latin typeface="Times New Roman" panose="02020603050405020304" pitchFamily="18" charset="0"/>
              <a:cs typeface="Times New Roman" panose="02020603050405020304" pitchFamily="18" charset="0"/>
            </a:rPr>
            <a:t>.</a:t>
          </a:r>
          <a:endParaRPr lang="en-US" sz="1200" kern="1200" dirty="0">
            <a:latin typeface="Times New Roman" panose="02020603050405020304" pitchFamily="18" charset="0"/>
            <a:cs typeface="Times New Roman" panose="02020603050405020304" pitchFamily="18" charset="0"/>
          </a:endParaRPr>
        </a:p>
      </dgm:t>
    </dgm:pt>
    <dgm:pt modelId="{F5C944B4-7ED8-4688-9053-E75C3B95B348}" type="parTrans" cxnId="{56759A3F-F8FB-4B21-BB7F-32C0602F018F}">
      <dgm:prSet/>
      <dgm:spPr/>
      <dgm:t>
        <a:bodyPr/>
        <a:lstStyle/>
        <a:p>
          <a:endParaRPr lang="en-US" sz="1200">
            <a:latin typeface="Times New Roman" panose="02020603050405020304" pitchFamily="18" charset="0"/>
            <a:cs typeface="Times New Roman" panose="02020603050405020304" pitchFamily="18" charset="0"/>
          </a:endParaRPr>
        </a:p>
      </dgm:t>
    </dgm:pt>
    <dgm:pt modelId="{7AA7CCFD-341D-4673-A155-377C0EB84A9C}" type="sibTrans" cxnId="{56759A3F-F8FB-4B21-BB7F-32C0602F018F}">
      <dgm:prSet/>
      <dgm:spPr/>
      <dgm:t>
        <a:bodyPr/>
        <a:lstStyle/>
        <a:p>
          <a:endParaRPr lang="en-US" sz="1200">
            <a:latin typeface="Times New Roman" panose="02020603050405020304" pitchFamily="18" charset="0"/>
            <a:cs typeface="Times New Roman" panose="02020603050405020304" pitchFamily="18" charset="0"/>
          </a:endParaRPr>
        </a:p>
      </dgm:t>
    </dgm:pt>
    <dgm:pt modelId="{031301BC-7462-43B1-9796-6523DCF9E856}">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commit</a:t>
          </a:r>
          <a:r>
            <a:rPr lang="es-MX" sz="1200" b="1" kern="1200" dirty="0">
              <a:solidFill>
                <a:prstClr val="black"/>
              </a:solidFill>
              <a:latin typeface="Times New Roman" panose="02020603050405020304" pitchFamily="18" charset="0"/>
              <a:ea typeface="+mn-ea"/>
              <a:cs typeface="Times New Roman" panose="02020603050405020304" pitchFamily="18" charset="0"/>
            </a:rPr>
            <a:t> -m "[mensaje]"</a:t>
          </a:r>
          <a:r>
            <a:rPr lang="es-MX" sz="1200" kern="1200" dirty="0">
              <a:latin typeface="Times New Roman" panose="02020603050405020304" pitchFamily="18" charset="0"/>
              <a:cs typeface="Times New Roman" panose="02020603050405020304" pitchFamily="18" charset="0"/>
            </a:rPr>
            <a:t>: Crea un nuevo </a:t>
          </a:r>
          <a:r>
            <a:rPr lang="es-MX" sz="1200" kern="1200" dirty="0" err="1">
              <a:latin typeface="Times New Roman" panose="02020603050405020304" pitchFamily="18" charset="0"/>
              <a:cs typeface="Times New Roman" panose="02020603050405020304" pitchFamily="18" charset="0"/>
            </a:rPr>
            <a:t>commit</a:t>
          </a:r>
          <a:r>
            <a:rPr lang="es-MX" sz="1200" kern="1200" dirty="0">
              <a:latin typeface="Times New Roman" panose="02020603050405020304" pitchFamily="18" charset="0"/>
              <a:cs typeface="Times New Roman" panose="02020603050405020304" pitchFamily="18" charset="0"/>
            </a:rPr>
            <a:t> con los cambios agregados al área de preparación, junto con un mensaje que describe los cambios realizados.</a:t>
          </a:r>
          <a:endParaRPr lang="en-US" sz="1200" kern="1200" dirty="0">
            <a:latin typeface="Times New Roman" panose="02020603050405020304" pitchFamily="18" charset="0"/>
            <a:cs typeface="Times New Roman" panose="02020603050405020304" pitchFamily="18" charset="0"/>
          </a:endParaRPr>
        </a:p>
      </dgm:t>
    </dgm:pt>
    <dgm:pt modelId="{C32563F4-1384-458B-B48B-BF645BB3DDDA}" type="parTrans" cxnId="{5E68C3B8-2B62-4800-A53A-4FB2DD8DC9DB}">
      <dgm:prSet/>
      <dgm:spPr/>
      <dgm:t>
        <a:bodyPr/>
        <a:lstStyle/>
        <a:p>
          <a:endParaRPr lang="en-US" sz="1200">
            <a:latin typeface="Times New Roman" panose="02020603050405020304" pitchFamily="18" charset="0"/>
            <a:cs typeface="Times New Roman" panose="02020603050405020304" pitchFamily="18" charset="0"/>
          </a:endParaRPr>
        </a:p>
      </dgm:t>
    </dgm:pt>
    <dgm:pt modelId="{65947BD6-0B86-4652-8A4A-92B2755B23DF}" type="sibTrans" cxnId="{5E68C3B8-2B62-4800-A53A-4FB2DD8DC9DB}">
      <dgm:prSet/>
      <dgm:spPr/>
      <dgm:t>
        <a:bodyPr/>
        <a:lstStyle/>
        <a:p>
          <a:endParaRPr lang="en-US" sz="1200">
            <a:latin typeface="Times New Roman" panose="02020603050405020304" pitchFamily="18" charset="0"/>
            <a:cs typeface="Times New Roman" panose="02020603050405020304" pitchFamily="18" charset="0"/>
          </a:endParaRPr>
        </a:p>
      </dgm:t>
    </dgm:pt>
    <dgm:pt modelId="{59D8F9B1-5D23-401D-8A60-542403A7134A}">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push</a:t>
          </a:r>
          <a:r>
            <a:rPr lang="es-MX" sz="1200" kern="1200" dirty="0">
              <a:latin typeface="Times New Roman" panose="02020603050405020304" pitchFamily="18" charset="0"/>
              <a:cs typeface="Times New Roman" panose="02020603050405020304" pitchFamily="18" charset="0"/>
            </a:rPr>
            <a:t>: Sube los </a:t>
          </a:r>
          <a:r>
            <a:rPr lang="es-MX" sz="1200" kern="1200" dirty="0" err="1">
              <a:latin typeface="Times New Roman" panose="02020603050405020304" pitchFamily="18" charset="0"/>
              <a:cs typeface="Times New Roman" panose="02020603050405020304" pitchFamily="18" charset="0"/>
            </a:rPr>
            <a:t>commits</a:t>
          </a:r>
          <a:r>
            <a:rPr lang="es-MX" sz="1200" kern="1200" dirty="0">
              <a:latin typeface="Times New Roman" panose="02020603050405020304" pitchFamily="18" charset="0"/>
              <a:cs typeface="Times New Roman" panose="02020603050405020304" pitchFamily="18" charset="0"/>
            </a:rPr>
            <a:t> locales al repositorio remoto.</a:t>
          </a:r>
          <a:endParaRPr lang="en-US" sz="1200" kern="1200" dirty="0">
            <a:latin typeface="Times New Roman" panose="02020603050405020304" pitchFamily="18" charset="0"/>
            <a:cs typeface="Times New Roman" panose="02020603050405020304" pitchFamily="18" charset="0"/>
          </a:endParaRPr>
        </a:p>
      </dgm:t>
    </dgm:pt>
    <dgm:pt modelId="{A2C34391-E68B-4244-9CBC-06F6FC4D6210}" type="parTrans" cxnId="{B9758EE8-96D1-45A9-8F51-EF1ECE83D17D}">
      <dgm:prSet/>
      <dgm:spPr/>
      <dgm:t>
        <a:bodyPr/>
        <a:lstStyle/>
        <a:p>
          <a:endParaRPr lang="en-US" sz="1200">
            <a:latin typeface="Times New Roman" panose="02020603050405020304" pitchFamily="18" charset="0"/>
            <a:cs typeface="Times New Roman" panose="02020603050405020304" pitchFamily="18" charset="0"/>
          </a:endParaRPr>
        </a:p>
      </dgm:t>
    </dgm:pt>
    <dgm:pt modelId="{876F0B07-84D3-45D0-A1AA-90BFB36FAA13}" type="sibTrans" cxnId="{B9758EE8-96D1-45A9-8F51-EF1ECE83D17D}">
      <dgm:prSet/>
      <dgm:spPr/>
      <dgm:t>
        <a:bodyPr/>
        <a:lstStyle/>
        <a:p>
          <a:endParaRPr lang="en-US" sz="1200">
            <a:latin typeface="Times New Roman" panose="02020603050405020304" pitchFamily="18" charset="0"/>
            <a:cs typeface="Times New Roman" panose="02020603050405020304" pitchFamily="18" charset="0"/>
          </a:endParaRPr>
        </a:p>
      </dgm:t>
    </dgm:pt>
    <dgm:pt modelId="{2510F549-D53E-4CF5-88EA-190CF7E4E1A3}">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pull</a:t>
          </a:r>
          <a:r>
            <a:rPr lang="es-MX" sz="1200" kern="1200" dirty="0">
              <a:latin typeface="Times New Roman" panose="02020603050405020304" pitchFamily="18" charset="0"/>
              <a:cs typeface="Times New Roman" panose="02020603050405020304" pitchFamily="18" charset="0"/>
            </a:rPr>
            <a:t>: Descarga los cambios desde el repositorio remoto y los fusiona con la rama local actual.</a:t>
          </a:r>
          <a:endParaRPr lang="en-US" sz="1200" kern="1200" dirty="0">
            <a:latin typeface="Times New Roman" panose="02020603050405020304" pitchFamily="18" charset="0"/>
            <a:cs typeface="Times New Roman" panose="02020603050405020304" pitchFamily="18" charset="0"/>
          </a:endParaRPr>
        </a:p>
      </dgm:t>
    </dgm:pt>
    <dgm:pt modelId="{62C505E5-3D03-456F-9C63-E916A3E5BD88}" type="parTrans" cxnId="{3A9CD841-D93A-4BDD-B497-8F9D5AC50538}">
      <dgm:prSet/>
      <dgm:spPr/>
      <dgm:t>
        <a:bodyPr/>
        <a:lstStyle/>
        <a:p>
          <a:endParaRPr lang="en-US" sz="1200">
            <a:latin typeface="Times New Roman" panose="02020603050405020304" pitchFamily="18" charset="0"/>
            <a:cs typeface="Times New Roman" panose="02020603050405020304" pitchFamily="18" charset="0"/>
          </a:endParaRPr>
        </a:p>
      </dgm:t>
    </dgm:pt>
    <dgm:pt modelId="{CD8F6B8B-4FD5-4A9E-8543-F0E9047B8B8F}" type="sibTrans" cxnId="{3A9CD841-D93A-4BDD-B497-8F9D5AC50538}">
      <dgm:prSet/>
      <dgm:spPr/>
      <dgm:t>
        <a:bodyPr/>
        <a:lstStyle/>
        <a:p>
          <a:endParaRPr lang="en-US" sz="1200">
            <a:latin typeface="Times New Roman" panose="02020603050405020304" pitchFamily="18" charset="0"/>
            <a:cs typeface="Times New Roman" panose="02020603050405020304" pitchFamily="18" charset="0"/>
          </a:endParaRPr>
        </a:p>
      </dgm:t>
    </dgm:pt>
    <dgm:pt modelId="{0CD5D581-D0A3-4215-B4FA-9651779EDA10}">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branch</a:t>
          </a:r>
          <a:r>
            <a:rPr lang="es-MX" sz="1200" kern="1200" dirty="0">
              <a:latin typeface="Times New Roman" panose="02020603050405020304" pitchFamily="18" charset="0"/>
              <a:cs typeface="Times New Roman" panose="02020603050405020304" pitchFamily="18" charset="0"/>
            </a:rPr>
            <a:t>: Muestra una lista de las ramas locales en el repositorio.</a:t>
          </a:r>
          <a:endParaRPr lang="en-US" sz="1200" kern="1200" dirty="0">
            <a:latin typeface="Times New Roman" panose="02020603050405020304" pitchFamily="18" charset="0"/>
            <a:cs typeface="Times New Roman" panose="02020603050405020304" pitchFamily="18" charset="0"/>
          </a:endParaRPr>
        </a:p>
      </dgm:t>
    </dgm:pt>
    <dgm:pt modelId="{129A60E4-0881-411E-A6AF-32A169E0D9A1}" type="parTrans" cxnId="{D40E91C6-0E41-4F19-B739-4B1657DC25D0}">
      <dgm:prSet/>
      <dgm:spPr/>
      <dgm:t>
        <a:bodyPr/>
        <a:lstStyle/>
        <a:p>
          <a:endParaRPr lang="en-US" sz="1200">
            <a:latin typeface="Times New Roman" panose="02020603050405020304" pitchFamily="18" charset="0"/>
            <a:cs typeface="Times New Roman" panose="02020603050405020304" pitchFamily="18" charset="0"/>
          </a:endParaRPr>
        </a:p>
      </dgm:t>
    </dgm:pt>
    <dgm:pt modelId="{9E7D2CF4-F440-4657-B1AD-2D4DC418939A}" type="sibTrans" cxnId="{D40E91C6-0E41-4F19-B739-4B1657DC25D0}">
      <dgm:prSet/>
      <dgm:spPr/>
      <dgm:t>
        <a:bodyPr/>
        <a:lstStyle/>
        <a:p>
          <a:endParaRPr lang="en-US" sz="1200">
            <a:latin typeface="Times New Roman" panose="02020603050405020304" pitchFamily="18" charset="0"/>
            <a:cs typeface="Times New Roman" panose="02020603050405020304" pitchFamily="18" charset="0"/>
          </a:endParaRPr>
        </a:p>
      </dgm:t>
    </dgm:pt>
    <dgm:pt modelId="{95D660FA-1278-4C27-8E7E-5845FCDBBF26}">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checkout</a:t>
          </a:r>
          <a:r>
            <a:rPr lang="es-MX" sz="1200" b="1" kern="1200" dirty="0">
              <a:solidFill>
                <a:prstClr val="black"/>
              </a:solidFill>
              <a:latin typeface="Times New Roman" panose="02020603050405020304" pitchFamily="18" charset="0"/>
              <a:ea typeface="+mn-ea"/>
              <a:cs typeface="Times New Roman" panose="02020603050405020304" pitchFamily="18" charset="0"/>
            </a:rPr>
            <a:t> [nombre de la rama]</a:t>
          </a:r>
          <a:r>
            <a:rPr lang="es-MX" sz="1200" kern="1200" dirty="0">
              <a:latin typeface="Times New Roman" panose="02020603050405020304" pitchFamily="18" charset="0"/>
              <a:cs typeface="Times New Roman" panose="02020603050405020304" pitchFamily="18" charset="0"/>
            </a:rPr>
            <a:t>: Cambia a la rama especificada.</a:t>
          </a:r>
          <a:endParaRPr lang="en-US" sz="1200" kern="1200" dirty="0">
            <a:latin typeface="Times New Roman" panose="02020603050405020304" pitchFamily="18" charset="0"/>
            <a:cs typeface="Times New Roman" panose="02020603050405020304" pitchFamily="18" charset="0"/>
          </a:endParaRPr>
        </a:p>
      </dgm:t>
    </dgm:pt>
    <dgm:pt modelId="{E8C2171C-725F-4A77-85CA-1163A3DB3537}" type="parTrans" cxnId="{B2E2E8A8-3961-40FE-9541-1A8EC8BDC5B3}">
      <dgm:prSet/>
      <dgm:spPr/>
      <dgm:t>
        <a:bodyPr/>
        <a:lstStyle/>
        <a:p>
          <a:endParaRPr lang="en-US" sz="1200">
            <a:latin typeface="Times New Roman" panose="02020603050405020304" pitchFamily="18" charset="0"/>
            <a:cs typeface="Times New Roman" panose="02020603050405020304" pitchFamily="18" charset="0"/>
          </a:endParaRPr>
        </a:p>
      </dgm:t>
    </dgm:pt>
    <dgm:pt modelId="{6DE26EA4-77FB-4902-B1AD-1B58CDF58CB8}" type="sibTrans" cxnId="{B2E2E8A8-3961-40FE-9541-1A8EC8BDC5B3}">
      <dgm:prSet/>
      <dgm:spPr/>
      <dgm:t>
        <a:bodyPr/>
        <a:lstStyle/>
        <a:p>
          <a:endParaRPr lang="en-US" sz="1200">
            <a:latin typeface="Times New Roman" panose="02020603050405020304" pitchFamily="18" charset="0"/>
            <a:cs typeface="Times New Roman" panose="02020603050405020304" pitchFamily="18" charset="0"/>
          </a:endParaRPr>
        </a:p>
      </dgm:t>
    </dgm:pt>
    <dgm:pt modelId="{3F771EDF-5B3C-4593-B8EA-A0154E882C2A}">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merge</a:t>
          </a:r>
          <a:r>
            <a:rPr lang="es-MX" sz="1200" b="1" kern="1200" dirty="0">
              <a:solidFill>
                <a:prstClr val="black"/>
              </a:solidFill>
              <a:latin typeface="Times New Roman" panose="02020603050405020304" pitchFamily="18" charset="0"/>
              <a:ea typeface="+mn-ea"/>
              <a:cs typeface="Times New Roman" panose="02020603050405020304" pitchFamily="18" charset="0"/>
            </a:rPr>
            <a:t> [nombre de la rama]</a:t>
          </a:r>
          <a:r>
            <a:rPr lang="es-MX" sz="1200" kern="1200" dirty="0">
              <a:latin typeface="Times New Roman" panose="02020603050405020304" pitchFamily="18" charset="0"/>
              <a:cs typeface="Times New Roman" panose="02020603050405020304" pitchFamily="18" charset="0"/>
            </a:rPr>
            <a:t>: Fusiona la rama especificada con la rama actual.</a:t>
          </a:r>
          <a:endParaRPr lang="en-US" sz="1200" kern="1200" dirty="0">
            <a:latin typeface="Times New Roman" panose="02020603050405020304" pitchFamily="18" charset="0"/>
            <a:cs typeface="Times New Roman" panose="02020603050405020304" pitchFamily="18" charset="0"/>
          </a:endParaRPr>
        </a:p>
      </dgm:t>
    </dgm:pt>
    <dgm:pt modelId="{E2371031-EC6B-4DD5-8CEF-E8D88D80BDED}" type="parTrans" cxnId="{B896F914-AD2D-49D3-B91E-5DA2F1CA162C}">
      <dgm:prSet/>
      <dgm:spPr/>
      <dgm:t>
        <a:bodyPr/>
        <a:lstStyle/>
        <a:p>
          <a:endParaRPr lang="en-US" sz="1200">
            <a:latin typeface="Times New Roman" panose="02020603050405020304" pitchFamily="18" charset="0"/>
            <a:cs typeface="Times New Roman" panose="02020603050405020304" pitchFamily="18" charset="0"/>
          </a:endParaRPr>
        </a:p>
      </dgm:t>
    </dgm:pt>
    <dgm:pt modelId="{BB50CEFD-BDE0-4538-9F8F-4B3213BF9475}" type="sibTrans" cxnId="{B896F914-AD2D-49D3-B91E-5DA2F1CA162C}">
      <dgm:prSet/>
      <dgm:spPr/>
      <dgm:t>
        <a:bodyPr/>
        <a:lstStyle/>
        <a:p>
          <a:endParaRPr lang="en-US" sz="1200">
            <a:latin typeface="Times New Roman" panose="02020603050405020304" pitchFamily="18" charset="0"/>
            <a:cs typeface="Times New Roman" panose="02020603050405020304" pitchFamily="18" charset="0"/>
          </a:endParaRPr>
        </a:p>
      </dgm:t>
    </dgm:pt>
    <dgm:pt modelId="{7792E589-7D63-4AF0-9BEC-C6B067BDA1F6}">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log</a:t>
          </a:r>
          <a:r>
            <a:rPr lang="es-MX" sz="1200" kern="1200" dirty="0">
              <a:latin typeface="Times New Roman" panose="02020603050405020304" pitchFamily="18" charset="0"/>
              <a:cs typeface="Times New Roman" panose="02020603050405020304" pitchFamily="18" charset="0"/>
            </a:rPr>
            <a:t>: Muestra un registro de los </a:t>
          </a:r>
          <a:r>
            <a:rPr lang="es-MX" sz="1200" kern="1200" dirty="0" err="1">
              <a:latin typeface="Times New Roman" panose="02020603050405020304" pitchFamily="18" charset="0"/>
              <a:cs typeface="Times New Roman" panose="02020603050405020304" pitchFamily="18" charset="0"/>
            </a:rPr>
            <a:t>commits</a:t>
          </a:r>
          <a:r>
            <a:rPr lang="es-MX" sz="1200" kern="1200" dirty="0">
              <a:latin typeface="Times New Roman" panose="02020603050405020304" pitchFamily="18" charset="0"/>
              <a:cs typeface="Times New Roman" panose="02020603050405020304" pitchFamily="18" charset="0"/>
            </a:rPr>
            <a:t> realizados en el repositorio.</a:t>
          </a:r>
          <a:endParaRPr lang="en-US" sz="1200" kern="1200" dirty="0">
            <a:latin typeface="Times New Roman" panose="02020603050405020304" pitchFamily="18" charset="0"/>
            <a:cs typeface="Times New Roman" panose="02020603050405020304" pitchFamily="18" charset="0"/>
          </a:endParaRPr>
        </a:p>
      </dgm:t>
    </dgm:pt>
    <dgm:pt modelId="{AD0CBEB0-FBE6-4BD5-955E-7389F5551BEF}" type="parTrans" cxnId="{56230E52-7554-43FA-840B-6AB68D580BC2}">
      <dgm:prSet/>
      <dgm:spPr/>
      <dgm:t>
        <a:bodyPr/>
        <a:lstStyle/>
        <a:p>
          <a:endParaRPr lang="en-US" sz="1200">
            <a:latin typeface="Times New Roman" panose="02020603050405020304" pitchFamily="18" charset="0"/>
            <a:cs typeface="Times New Roman" panose="02020603050405020304" pitchFamily="18" charset="0"/>
          </a:endParaRPr>
        </a:p>
      </dgm:t>
    </dgm:pt>
    <dgm:pt modelId="{3B4D5F82-FD73-42E0-AB63-B3C2DCE5880F}" type="sibTrans" cxnId="{56230E52-7554-43FA-840B-6AB68D580BC2}">
      <dgm:prSet/>
      <dgm:spPr/>
      <dgm:t>
        <a:bodyPr/>
        <a:lstStyle/>
        <a:p>
          <a:endParaRPr lang="en-US" sz="1200">
            <a:latin typeface="Times New Roman" panose="02020603050405020304" pitchFamily="18" charset="0"/>
            <a:cs typeface="Times New Roman" panose="02020603050405020304" pitchFamily="18" charset="0"/>
          </a:endParaRPr>
        </a:p>
      </dgm:t>
    </dgm:pt>
    <dgm:pt modelId="{DBA1B05D-B484-492E-BA4C-80D31D13F348}">
      <dgm:prSet custT="1"/>
      <dgm:spPr/>
      <dgm:t>
        <a:bodyPr/>
        <a:lstStyle/>
        <a:p>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remote -v</a:t>
          </a:r>
          <a:r>
            <a:rPr lang="es-MX" sz="1200" kern="1200" dirty="0">
              <a:latin typeface="Times New Roman" panose="02020603050405020304" pitchFamily="18" charset="0"/>
              <a:cs typeface="Times New Roman" panose="02020603050405020304" pitchFamily="18" charset="0"/>
            </a:rPr>
            <a:t>: Muestra las URL de los repositorios remotos configurados.</a:t>
          </a:r>
          <a:endParaRPr lang="en-US" sz="1200" kern="1200" dirty="0">
            <a:latin typeface="Times New Roman" panose="02020603050405020304" pitchFamily="18" charset="0"/>
            <a:cs typeface="Times New Roman" panose="02020603050405020304" pitchFamily="18" charset="0"/>
          </a:endParaRPr>
        </a:p>
      </dgm:t>
    </dgm:pt>
    <dgm:pt modelId="{BDA1DEA8-989D-4C9A-9FC1-3718326E9D7C}" type="parTrans" cxnId="{144FFAA5-68A1-43FF-9918-AEB8770D09B2}">
      <dgm:prSet/>
      <dgm:spPr/>
      <dgm:t>
        <a:bodyPr/>
        <a:lstStyle/>
        <a:p>
          <a:endParaRPr lang="en-US" sz="1200">
            <a:latin typeface="Times New Roman" panose="02020603050405020304" pitchFamily="18" charset="0"/>
            <a:cs typeface="Times New Roman" panose="02020603050405020304" pitchFamily="18" charset="0"/>
          </a:endParaRPr>
        </a:p>
      </dgm:t>
    </dgm:pt>
    <dgm:pt modelId="{843F6C20-01D1-4662-BC5B-BCAECFA953EC}" type="sibTrans" cxnId="{144FFAA5-68A1-43FF-9918-AEB8770D09B2}">
      <dgm:prSet/>
      <dgm:spPr/>
      <dgm:t>
        <a:bodyPr/>
        <a:lstStyle/>
        <a:p>
          <a:endParaRPr lang="en-US" sz="1200">
            <a:latin typeface="Times New Roman" panose="02020603050405020304" pitchFamily="18" charset="0"/>
            <a:cs typeface="Times New Roman" panose="02020603050405020304" pitchFamily="18" charset="0"/>
          </a:endParaRPr>
        </a:p>
      </dgm:t>
    </dgm:pt>
    <dgm:pt modelId="{E766D190-F1AF-4A4E-800E-BDE714DD5401}" type="pres">
      <dgm:prSet presAssocID="{06517CBF-ECEA-437A-B91B-EBD0D2F9C4FD}" presName="diagram" presStyleCnt="0">
        <dgm:presLayoutVars>
          <dgm:dir/>
          <dgm:resizeHandles val="exact"/>
        </dgm:presLayoutVars>
      </dgm:prSet>
      <dgm:spPr/>
    </dgm:pt>
    <dgm:pt modelId="{3ED70646-A62A-4B8D-A902-FF69DA0AC039}" type="pres">
      <dgm:prSet presAssocID="{59D974CD-D071-49F9-849B-3D73E2E093ED}" presName="node" presStyleLbl="node1" presStyleIdx="0" presStyleCnt="12">
        <dgm:presLayoutVars>
          <dgm:bulletEnabled val="1"/>
        </dgm:presLayoutVars>
      </dgm:prSet>
      <dgm:spPr/>
    </dgm:pt>
    <dgm:pt modelId="{1A9A6D7B-55BD-4300-899B-27E6C0A8545D}" type="pres">
      <dgm:prSet presAssocID="{EFAD7086-5AE2-409D-9C84-15302DF6BEF4}" presName="sibTrans" presStyleCnt="0"/>
      <dgm:spPr/>
    </dgm:pt>
    <dgm:pt modelId="{CCEB8DBF-D8C1-4239-9C77-DFCBD60DEBB9}" type="pres">
      <dgm:prSet presAssocID="{E08CBA55-BDD0-432F-9757-8F8A2BC985ED}" presName="node" presStyleLbl="node1" presStyleIdx="1" presStyleCnt="12">
        <dgm:presLayoutVars>
          <dgm:bulletEnabled val="1"/>
        </dgm:presLayoutVars>
      </dgm:prSet>
      <dgm:spPr/>
    </dgm:pt>
    <dgm:pt modelId="{2C97D8CC-EA65-49D5-8730-BF0E87F07088}" type="pres">
      <dgm:prSet presAssocID="{DD700CB0-0A27-4D6D-ADFB-EDD808131FCD}" presName="sibTrans" presStyleCnt="0"/>
      <dgm:spPr/>
    </dgm:pt>
    <dgm:pt modelId="{CD87CED8-B23C-4F15-AEC1-79B0B92E4740}" type="pres">
      <dgm:prSet presAssocID="{3F08C927-72BF-48F7-A9A6-A8136A00D114}" presName="node" presStyleLbl="node1" presStyleIdx="2" presStyleCnt="12">
        <dgm:presLayoutVars>
          <dgm:bulletEnabled val="1"/>
        </dgm:presLayoutVars>
      </dgm:prSet>
      <dgm:spPr/>
    </dgm:pt>
    <dgm:pt modelId="{8489F6A2-DF8C-42A9-A2AB-D16996D74FB3}" type="pres">
      <dgm:prSet presAssocID="{27951851-0D26-4890-98FA-7F083D7910CC}" presName="sibTrans" presStyleCnt="0"/>
      <dgm:spPr/>
    </dgm:pt>
    <dgm:pt modelId="{ED5D29CF-94C2-463C-908A-AAEEE985BD1B}" type="pres">
      <dgm:prSet presAssocID="{407EC0F5-4327-4BF1-A672-BF72FEEA0ACA}" presName="node" presStyleLbl="node1" presStyleIdx="3" presStyleCnt="12">
        <dgm:presLayoutVars>
          <dgm:bulletEnabled val="1"/>
        </dgm:presLayoutVars>
      </dgm:prSet>
      <dgm:spPr/>
    </dgm:pt>
    <dgm:pt modelId="{883870B8-4EAF-4BBE-8CDC-CD1E5548E1B6}" type="pres">
      <dgm:prSet presAssocID="{7AA7CCFD-341D-4673-A155-377C0EB84A9C}" presName="sibTrans" presStyleCnt="0"/>
      <dgm:spPr/>
    </dgm:pt>
    <dgm:pt modelId="{4B6059A1-BE36-4BC6-BEFA-580BDBD9E190}" type="pres">
      <dgm:prSet presAssocID="{031301BC-7462-43B1-9796-6523DCF9E856}" presName="node" presStyleLbl="node1" presStyleIdx="4" presStyleCnt="12">
        <dgm:presLayoutVars>
          <dgm:bulletEnabled val="1"/>
        </dgm:presLayoutVars>
      </dgm:prSet>
      <dgm:spPr/>
    </dgm:pt>
    <dgm:pt modelId="{7B1446FF-AF23-4A88-AEE9-478892FDAB85}" type="pres">
      <dgm:prSet presAssocID="{65947BD6-0B86-4652-8A4A-92B2755B23DF}" presName="sibTrans" presStyleCnt="0"/>
      <dgm:spPr/>
    </dgm:pt>
    <dgm:pt modelId="{EADD7D3A-1A00-4991-9C80-F446B90B4B35}" type="pres">
      <dgm:prSet presAssocID="{59D8F9B1-5D23-401D-8A60-542403A7134A}" presName="node" presStyleLbl="node1" presStyleIdx="5" presStyleCnt="12">
        <dgm:presLayoutVars>
          <dgm:bulletEnabled val="1"/>
        </dgm:presLayoutVars>
      </dgm:prSet>
      <dgm:spPr/>
    </dgm:pt>
    <dgm:pt modelId="{9D39AC36-F255-46BD-BE33-5E9903DE69AC}" type="pres">
      <dgm:prSet presAssocID="{876F0B07-84D3-45D0-A1AA-90BFB36FAA13}" presName="sibTrans" presStyleCnt="0"/>
      <dgm:spPr/>
    </dgm:pt>
    <dgm:pt modelId="{2E78F892-CDD3-4B1B-A7C2-5F41331DED7A}" type="pres">
      <dgm:prSet presAssocID="{2510F549-D53E-4CF5-88EA-190CF7E4E1A3}" presName="node" presStyleLbl="node1" presStyleIdx="6" presStyleCnt="12">
        <dgm:presLayoutVars>
          <dgm:bulletEnabled val="1"/>
        </dgm:presLayoutVars>
      </dgm:prSet>
      <dgm:spPr/>
    </dgm:pt>
    <dgm:pt modelId="{5A517E21-B855-4470-B518-7E09D8F8CFDF}" type="pres">
      <dgm:prSet presAssocID="{CD8F6B8B-4FD5-4A9E-8543-F0E9047B8B8F}" presName="sibTrans" presStyleCnt="0"/>
      <dgm:spPr/>
    </dgm:pt>
    <dgm:pt modelId="{84077401-4AAA-42DB-B843-17A2873BE9A1}" type="pres">
      <dgm:prSet presAssocID="{0CD5D581-D0A3-4215-B4FA-9651779EDA10}" presName="node" presStyleLbl="node1" presStyleIdx="7" presStyleCnt="12">
        <dgm:presLayoutVars>
          <dgm:bulletEnabled val="1"/>
        </dgm:presLayoutVars>
      </dgm:prSet>
      <dgm:spPr/>
    </dgm:pt>
    <dgm:pt modelId="{1C2F2251-DF8A-4BCF-BEDC-002F930CED76}" type="pres">
      <dgm:prSet presAssocID="{9E7D2CF4-F440-4657-B1AD-2D4DC418939A}" presName="sibTrans" presStyleCnt="0"/>
      <dgm:spPr/>
    </dgm:pt>
    <dgm:pt modelId="{CAD0CBB8-FD99-45AC-8D15-9F3DF5BB16A4}" type="pres">
      <dgm:prSet presAssocID="{95D660FA-1278-4C27-8E7E-5845FCDBBF26}" presName="node" presStyleLbl="node1" presStyleIdx="8" presStyleCnt="12">
        <dgm:presLayoutVars>
          <dgm:bulletEnabled val="1"/>
        </dgm:presLayoutVars>
      </dgm:prSet>
      <dgm:spPr/>
    </dgm:pt>
    <dgm:pt modelId="{181BD54F-7E37-42DA-A29C-A393D1944BD1}" type="pres">
      <dgm:prSet presAssocID="{6DE26EA4-77FB-4902-B1AD-1B58CDF58CB8}" presName="sibTrans" presStyleCnt="0"/>
      <dgm:spPr/>
    </dgm:pt>
    <dgm:pt modelId="{A8A06FBE-625C-487E-9FF1-00583CF48CF5}" type="pres">
      <dgm:prSet presAssocID="{3F771EDF-5B3C-4593-B8EA-A0154E882C2A}" presName="node" presStyleLbl="node1" presStyleIdx="9" presStyleCnt="12">
        <dgm:presLayoutVars>
          <dgm:bulletEnabled val="1"/>
        </dgm:presLayoutVars>
      </dgm:prSet>
      <dgm:spPr/>
    </dgm:pt>
    <dgm:pt modelId="{F3B2FABD-80ED-4A46-B531-B6D628246213}" type="pres">
      <dgm:prSet presAssocID="{BB50CEFD-BDE0-4538-9F8F-4B3213BF9475}" presName="sibTrans" presStyleCnt="0"/>
      <dgm:spPr/>
    </dgm:pt>
    <dgm:pt modelId="{7F7DC330-8574-42B9-A4EB-07B55F2D1E92}" type="pres">
      <dgm:prSet presAssocID="{7792E589-7D63-4AF0-9BEC-C6B067BDA1F6}" presName="node" presStyleLbl="node1" presStyleIdx="10" presStyleCnt="12">
        <dgm:presLayoutVars>
          <dgm:bulletEnabled val="1"/>
        </dgm:presLayoutVars>
      </dgm:prSet>
      <dgm:spPr/>
    </dgm:pt>
    <dgm:pt modelId="{121B7132-C575-4C1A-A3AE-7EE84E60CF5C}" type="pres">
      <dgm:prSet presAssocID="{3B4D5F82-FD73-42E0-AB63-B3C2DCE5880F}" presName="sibTrans" presStyleCnt="0"/>
      <dgm:spPr/>
    </dgm:pt>
    <dgm:pt modelId="{089A9743-2883-4913-BDD7-A7DDB40F661E}" type="pres">
      <dgm:prSet presAssocID="{DBA1B05D-B484-492E-BA4C-80D31D13F348}" presName="node" presStyleLbl="node1" presStyleIdx="11" presStyleCnt="12">
        <dgm:presLayoutVars>
          <dgm:bulletEnabled val="1"/>
        </dgm:presLayoutVars>
      </dgm:prSet>
      <dgm:spPr/>
    </dgm:pt>
  </dgm:ptLst>
  <dgm:cxnLst>
    <dgm:cxn modelId="{8563D702-979E-405F-B3CE-F8C47DD94996}" srcId="{06517CBF-ECEA-437A-B91B-EBD0D2F9C4FD}" destId="{3F08C927-72BF-48F7-A9A6-A8136A00D114}" srcOrd="2" destOrd="0" parTransId="{12CB5DB4-7196-4DC1-8E3D-FBE627839568}" sibTransId="{27951851-0D26-4890-98FA-7F083D7910CC}"/>
    <dgm:cxn modelId="{B896F914-AD2D-49D3-B91E-5DA2F1CA162C}" srcId="{06517CBF-ECEA-437A-B91B-EBD0D2F9C4FD}" destId="{3F771EDF-5B3C-4593-B8EA-A0154E882C2A}" srcOrd="9" destOrd="0" parTransId="{E2371031-EC6B-4DD5-8CEF-E8D88D80BDED}" sibTransId="{BB50CEFD-BDE0-4538-9F8F-4B3213BF9475}"/>
    <dgm:cxn modelId="{0CE58815-6E52-45AA-8771-B31DBFEF93F3}" srcId="{06517CBF-ECEA-437A-B91B-EBD0D2F9C4FD}" destId="{59D974CD-D071-49F9-849B-3D73E2E093ED}" srcOrd="0" destOrd="0" parTransId="{1D7DC4BB-4422-473A-AA72-551AADB56CF3}" sibTransId="{EFAD7086-5AE2-409D-9C84-15302DF6BEF4}"/>
    <dgm:cxn modelId="{6B49A81D-D799-4E91-BCE0-B37DC751E5E0}" type="presOf" srcId="{59D8F9B1-5D23-401D-8A60-542403A7134A}" destId="{EADD7D3A-1A00-4991-9C80-F446B90B4B35}" srcOrd="0" destOrd="0" presId="urn:microsoft.com/office/officeart/2005/8/layout/default"/>
    <dgm:cxn modelId="{C9BE012B-F4D6-498F-85AA-E91B94D08C9C}" type="presOf" srcId="{E08CBA55-BDD0-432F-9757-8F8A2BC985ED}" destId="{CCEB8DBF-D8C1-4239-9C77-DFCBD60DEBB9}" srcOrd="0" destOrd="0" presId="urn:microsoft.com/office/officeart/2005/8/layout/default"/>
    <dgm:cxn modelId="{7179AD33-8C2F-4075-BD9A-E1EDB71E2376}" type="presOf" srcId="{2510F549-D53E-4CF5-88EA-190CF7E4E1A3}" destId="{2E78F892-CDD3-4B1B-A7C2-5F41331DED7A}" srcOrd="0" destOrd="0" presId="urn:microsoft.com/office/officeart/2005/8/layout/default"/>
    <dgm:cxn modelId="{0ACF323D-D448-452D-88B0-8DD5BE57091F}" type="presOf" srcId="{59D974CD-D071-49F9-849B-3D73E2E093ED}" destId="{3ED70646-A62A-4B8D-A902-FF69DA0AC039}" srcOrd="0" destOrd="0" presId="urn:microsoft.com/office/officeart/2005/8/layout/default"/>
    <dgm:cxn modelId="{0B26443E-AD54-4885-8E9D-EAEE85E05D2C}" type="presOf" srcId="{031301BC-7462-43B1-9796-6523DCF9E856}" destId="{4B6059A1-BE36-4BC6-BEFA-580BDBD9E190}" srcOrd="0" destOrd="0" presId="urn:microsoft.com/office/officeart/2005/8/layout/default"/>
    <dgm:cxn modelId="{56759A3F-F8FB-4B21-BB7F-32C0602F018F}" srcId="{06517CBF-ECEA-437A-B91B-EBD0D2F9C4FD}" destId="{407EC0F5-4327-4BF1-A672-BF72FEEA0ACA}" srcOrd="3" destOrd="0" parTransId="{F5C944B4-7ED8-4688-9053-E75C3B95B348}" sibTransId="{7AA7CCFD-341D-4673-A155-377C0EB84A9C}"/>
    <dgm:cxn modelId="{C5628F5C-8905-4940-A683-2E1731A371A4}" srcId="{06517CBF-ECEA-437A-B91B-EBD0D2F9C4FD}" destId="{E08CBA55-BDD0-432F-9757-8F8A2BC985ED}" srcOrd="1" destOrd="0" parTransId="{B0189BE8-DED0-4616-B0DE-2F1E81F97F7F}" sibTransId="{DD700CB0-0A27-4D6D-ADFB-EDD808131FCD}"/>
    <dgm:cxn modelId="{3A9CD841-D93A-4BDD-B497-8F9D5AC50538}" srcId="{06517CBF-ECEA-437A-B91B-EBD0D2F9C4FD}" destId="{2510F549-D53E-4CF5-88EA-190CF7E4E1A3}" srcOrd="6" destOrd="0" parTransId="{62C505E5-3D03-456F-9C63-E916A3E5BD88}" sibTransId="{CD8F6B8B-4FD5-4A9E-8543-F0E9047B8B8F}"/>
    <dgm:cxn modelId="{8651454C-CAA5-416E-BCDB-0547AB6247A0}" type="presOf" srcId="{7792E589-7D63-4AF0-9BEC-C6B067BDA1F6}" destId="{7F7DC330-8574-42B9-A4EB-07B55F2D1E92}" srcOrd="0" destOrd="0" presId="urn:microsoft.com/office/officeart/2005/8/layout/default"/>
    <dgm:cxn modelId="{56230E52-7554-43FA-840B-6AB68D580BC2}" srcId="{06517CBF-ECEA-437A-B91B-EBD0D2F9C4FD}" destId="{7792E589-7D63-4AF0-9BEC-C6B067BDA1F6}" srcOrd="10" destOrd="0" parTransId="{AD0CBEB0-FBE6-4BD5-955E-7389F5551BEF}" sibTransId="{3B4D5F82-FD73-42E0-AB63-B3C2DCE5880F}"/>
    <dgm:cxn modelId="{52A58B72-A5B5-431F-9BE9-CA400A460AF7}" type="presOf" srcId="{DBA1B05D-B484-492E-BA4C-80D31D13F348}" destId="{089A9743-2883-4913-BDD7-A7DDB40F661E}" srcOrd="0" destOrd="0" presId="urn:microsoft.com/office/officeart/2005/8/layout/default"/>
    <dgm:cxn modelId="{CB6D1385-C0EF-4D89-BD31-6F8371A1D411}" type="presOf" srcId="{0CD5D581-D0A3-4215-B4FA-9651779EDA10}" destId="{84077401-4AAA-42DB-B843-17A2873BE9A1}" srcOrd="0" destOrd="0" presId="urn:microsoft.com/office/officeart/2005/8/layout/default"/>
    <dgm:cxn modelId="{E90EEB91-D3FF-45CC-A2A8-AB7E14829FC8}" type="presOf" srcId="{06517CBF-ECEA-437A-B91B-EBD0D2F9C4FD}" destId="{E766D190-F1AF-4A4E-800E-BDE714DD5401}" srcOrd="0" destOrd="0" presId="urn:microsoft.com/office/officeart/2005/8/layout/default"/>
    <dgm:cxn modelId="{0E52119B-C800-4AF1-BA17-D36918C1D0B4}" type="presOf" srcId="{95D660FA-1278-4C27-8E7E-5845FCDBBF26}" destId="{CAD0CBB8-FD99-45AC-8D15-9F3DF5BB16A4}" srcOrd="0" destOrd="0" presId="urn:microsoft.com/office/officeart/2005/8/layout/default"/>
    <dgm:cxn modelId="{144FFAA5-68A1-43FF-9918-AEB8770D09B2}" srcId="{06517CBF-ECEA-437A-B91B-EBD0D2F9C4FD}" destId="{DBA1B05D-B484-492E-BA4C-80D31D13F348}" srcOrd="11" destOrd="0" parTransId="{BDA1DEA8-989D-4C9A-9FC1-3718326E9D7C}" sibTransId="{843F6C20-01D1-4662-BC5B-BCAECFA953EC}"/>
    <dgm:cxn modelId="{B2E2E8A8-3961-40FE-9541-1A8EC8BDC5B3}" srcId="{06517CBF-ECEA-437A-B91B-EBD0D2F9C4FD}" destId="{95D660FA-1278-4C27-8E7E-5845FCDBBF26}" srcOrd="8" destOrd="0" parTransId="{E8C2171C-725F-4A77-85CA-1163A3DB3537}" sibTransId="{6DE26EA4-77FB-4902-B1AD-1B58CDF58CB8}"/>
    <dgm:cxn modelId="{A47E3DB0-FDE5-4EDE-801E-65BFB36B2955}" type="presOf" srcId="{3F771EDF-5B3C-4593-B8EA-A0154E882C2A}" destId="{A8A06FBE-625C-487E-9FF1-00583CF48CF5}" srcOrd="0" destOrd="0" presId="urn:microsoft.com/office/officeart/2005/8/layout/default"/>
    <dgm:cxn modelId="{77063BB2-97D1-4680-84EF-957563C06689}" type="presOf" srcId="{3F08C927-72BF-48F7-A9A6-A8136A00D114}" destId="{CD87CED8-B23C-4F15-AEC1-79B0B92E4740}" srcOrd="0" destOrd="0" presId="urn:microsoft.com/office/officeart/2005/8/layout/default"/>
    <dgm:cxn modelId="{5E68C3B8-2B62-4800-A53A-4FB2DD8DC9DB}" srcId="{06517CBF-ECEA-437A-B91B-EBD0D2F9C4FD}" destId="{031301BC-7462-43B1-9796-6523DCF9E856}" srcOrd="4" destOrd="0" parTransId="{C32563F4-1384-458B-B48B-BF645BB3DDDA}" sibTransId="{65947BD6-0B86-4652-8A4A-92B2755B23DF}"/>
    <dgm:cxn modelId="{D40E91C6-0E41-4F19-B739-4B1657DC25D0}" srcId="{06517CBF-ECEA-437A-B91B-EBD0D2F9C4FD}" destId="{0CD5D581-D0A3-4215-B4FA-9651779EDA10}" srcOrd="7" destOrd="0" parTransId="{129A60E4-0881-411E-A6AF-32A169E0D9A1}" sibTransId="{9E7D2CF4-F440-4657-B1AD-2D4DC418939A}"/>
    <dgm:cxn modelId="{B9758EE8-96D1-45A9-8F51-EF1ECE83D17D}" srcId="{06517CBF-ECEA-437A-B91B-EBD0D2F9C4FD}" destId="{59D8F9B1-5D23-401D-8A60-542403A7134A}" srcOrd="5" destOrd="0" parTransId="{A2C34391-E68B-4244-9CBC-06F6FC4D6210}" sibTransId="{876F0B07-84D3-45D0-A1AA-90BFB36FAA13}"/>
    <dgm:cxn modelId="{BE7646F5-81EF-4CF4-BCAC-B2C0EF357BEF}" type="presOf" srcId="{407EC0F5-4327-4BF1-A672-BF72FEEA0ACA}" destId="{ED5D29CF-94C2-463C-908A-AAEEE985BD1B}" srcOrd="0" destOrd="0" presId="urn:microsoft.com/office/officeart/2005/8/layout/default"/>
    <dgm:cxn modelId="{C32B8DF8-5408-4EF3-B6B8-EB43015C177E}" type="presParOf" srcId="{E766D190-F1AF-4A4E-800E-BDE714DD5401}" destId="{3ED70646-A62A-4B8D-A902-FF69DA0AC039}" srcOrd="0" destOrd="0" presId="urn:microsoft.com/office/officeart/2005/8/layout/default"/>
    <dgm:cxn modelId="{429A0A9D-638B-4D6C-BEE9-8CC69EB200A9}" type="presParOf" srcId="{E766D190-F1AF-4A4E-800E-BDE714DD5401}" destId="{1A9A6D7B-55BD-4300-899B-27E6C0A8545D}" srcOrd="1" destOrd="0" presId="urn:microsoft.com/office/officeart/2005/8/layout/default"/>
    <dgm:cxn modelId="{FD1A814A-1312-4543-B3AB-AFC128D9C263}" type="presParOf" srcId="{E766D190-F1AF-4A4E-800E-BDE714DD5401}" destId="{CCEB8DBF-D8C1-4239-9C77-DFCBD60DEBB9}" srcOrd="2" destOrd="0" presId="urn:microsoft.com/office/officeart/2005/8/layout/default"/>
    <dgm:cxn modelId="{DB3C89F0-79A4-4DC2-9ED2-3FBA6C3E3F03}" type="presParOf" srcId="{E766D190-F1AF-4A4E-800E-BDE714DD5401}" destId="{2C97D8CC-EA65-49D5-8730-BF0E87F07088}" srcOrd="3" destOrd="0" presId="urn:microsoft.com/office/officeart/2005/8/layout/default"/>
    <dgm:cxn modelId="{9B97103E-D6E9-4199-83FB-83AA2A2EE572}" type="presParOf" srcId="{E766D190-F1AF-4A4E-800E-BDE714DD5401}" destId="{CD87CED8-B23C-4F15-AEC1-79B0B92E4740}" srcOrd="4" destOrd="0" presId="urn:microsoft.com/office/officeart/2005/8/layout/default"/>
    <dgm:cxn modelId="{9380BA78-8F93-49B6-851A-66406500B834}" type="presParOf" srcId="{E766D190-F1AF-4A4E-800E-BDE714DD5401}" destId="{8489F6A2-DF8C-42A9-A2AB-D16996D74FB3}" srcOrd="5" destOrd="0" presId="urn:microsoft.com/office/officeart/2005/8/layout/default"/>
    <dgm:cxn modelId="{C2E8B825-6573-43AE-808D-C0452FAA5109}" type="presParOf" srcId="{E766D190-F1AF-4A4E-800E-BDE714DD5401}" destId="{ED5D29CF-94C2-463C-908A-AAEEE985BD1B}" srcOrd="6" destOrd="0" presId="urn:microsoft.com/office/officeart/2005/8/layout/default"/>
    <dgm:cxn modelId="{73215996-61B2-4E44-8A9C-D5509C4DF200}" type="presParOf" srcId="{E766D190-F1AF-4A4E-800E-BDE714DD5401}" destId="{883870B8-4EAF-4BBE-8CDC-CD1E5548E1B6}" srcOrd="7" destOrd="0" presId="urn:microsoft.com/office/officeart/2005/8/layout/default"/>
    <dgm:cxn modelId="{DC0C0EC9-BEA3-4121-8BA0-B8B2ABE8A68D}" type="presParOf" srcId="{E766D190-F1AF-4A4E-800E-BDE714DD5401}" destId="{4B6059A1-BE36-4BC6-BEFA-580BDBD9E190}" srcOrd="8" destOrd="0" presId="urn:microsoft.com/office/officeart/2005/8/layout/default"/>
    <dgm:cxn modelId="{EA9379B1-E5FD-4286-B991-5295D33146E0}" type="presParOf" srcId="{E766D190-F1AF-4A4E-800E-BDE714DD5401}" destId="{7B1446FF-AF23-4A88-AEE9-478892FDAB85}" srcOrd="9" destOrd="0" presId="urn:microsoft.com/office/officeart/2005/8/layout/default"/>
    <dgm:cxn modelId="{3C95B4B7-E9B7-4429-BBD7-65059E7C0BDC}" type="presParOf" srcId="{E766D190-F1AF-4A4E-800E-BDE714DD5401}" destId="{EADD7D3A-1A00-4991-9C80-F446B90B4B35}" srcOrd="10" destOrd="0" presId="urn:microsoft.com/office/officeart/2005/8/layout/default"/>
    <dgm:cxn modelId="{0DC84D27-78DD-400C-A38E-91691EA7C4B3}" type="presParOf" srcId="{E766D190-F1AF-4A4E-800E-BDE714DD5401}" destId="{9D39AC36-F255-46BD-BE33-5E9903DE69AC}" srcOrd="11" destOrd="0" presId="urn:microsoft.com/office/officeart/2005/8/layout/default"/>
    <dgm:cxn modelId="{13931A34-23FE-471E-B572-795184A6AE38}" type="presParOf" srcId="{E766D190-F1AF-4A4E-800E-BDE714DD5401}" destId="{2E78F892-CDD3-4B1B-A7C2-5F41331DED7A}" srcOrd="12" destOrd="0" presId="urn:microsoft.com/office/officeart/2005/8/layout/default"/>
    <dgm:cxn modelId="{6AB101CB-AEB3-460F-91A0-2D52B82767BA}" type="presParOf" srcId="{E766D190-F1AF-4A4E-800E-BDE714DD5401}" destId="{5A517E21-B855-4470-B518-7E09D8F8CFDF}" srcOrd="13" destOrd="0" presId="urn:microsoft.com/office/officeart/2005/8/layout/default"/>
    <dgm:cxn modelId="{D0B4C819-0B7F-4469-ABE2-95036F9CF4B9}" type="presParOf" srcId="{E766D190-F1AF-4A4E-800E-BDE714DD5401}" destId="{84077401-4AAA-42DB-B843-17A2873BE9A1}" srcOrd="14" destOrd="0" presId="urn:microsoft.com/office/officeart/2005/8/layout/default"/>
    <dgm:cxn modelId="{C346AD45-DDDB-47A7-8989-0C161120D4A4}" type="presParOf" srcId="{E766D190-F1AF-4A4E-800E-BDE714DD5401}" destId="{1C2F2251-DF8A-4BCF-BEDC-002F930CED76}" srcOrd="15" destOrd="0" presId="urn:microsoft.com/office/officeart/2005/8/layout/default"/>
    <dgm:cxn modelId="{B55C5885-F748-4F17-973D-CA9DC635C666}" type="presParOf" srcId="{E766D190-F1AF-4A4E-800E-BDE714DD5401}" destId="{CAD0CBB8-FD99-45AC-8D15-9F3DF5BB16A4}" srcOrd="16" destOrd="0" presId="urn:microsoft.com/office/officeart/2005/8/layout/default"/>
    <dgm:cxn modelId="{A73FB349-E307-4B77-9DE7-C87C36A5FBBC}" type="presParOf" srcId="{E766D190-F1AF-4A4E-800E-BDE714DD5401}" destId="{181BD54F-7E37-42DA-A29C-A393D1944BD1}" srcOrd="17" destOrd="0" presId="urn:microsoft.com/office/officeart/2005/8/layout/default"/>
    <dgm:cxn modelId="{23B82D85-7BAD-4BB2-BBE7-0054715E2E5F}" type="presParOf" srcId="{E766D190-F1AF-4A4E-800E-BDE714DD5401}" destId="{A8A06FBE-625C-487E-9FF1-00583CF48CF5}" srcOrd="18" destOrd="0" presId="urn:microsoft.com/office/officeart/2005/8/layout/default"/>
    <dgm:cxn modelId="{02D35F40-9C1B-414F-8F68-C93EE7547D3A}" type="presParOf" srcId="{E766D190-F1AF-4A4E-800E-BDE714DD5401}" destId="{F3B2FABD-80ED-4A46-B531-B6D628246213}" srcOrd="19" destOrd="0" presId="urn:microsoft.com/office/officeart/2005/8/layout/default"/>
    <dgm:cxn modelId="{23FC6B04-CF38-49F0-A84B-8A4B6C0EBCE4}" type="presParOf" srcId="{E766D190-F1AF-4A4E-800E-BDE714DD5401}" destId="{7F7DC330-8574-42B9-A4EB-07B55F2D1E92}" srcOrd="20" destOrd="0" presId="urn:microsoft.com/office/officeart/2005/8/layout/default"/>
    <dgm:cxn modelId="{330F3E46-8F24-4E4C-92B4-1C2878D535E2}" type="presParOf" srcId="{E766D190-F1AF-4A4E-800E-BDE714DD5401}" destId="{121B7132-C575-4C1A-A3AE-7EE84E60CF5C}" srcOrd="21" destOrd="0" presId="urn:microsoft.com/office/officeart/2005/8/layout/default"/>
    <dgm:cxn modelId="{73AC2E5A-6D40-4433-AAE5-1375F5712B69}" type="presParOf" srcId="{E766D190-F1AF-4A4E-800E-BDE714DD5401}" destId="{089A9743-2883-4913-BDD7-A7DDB40F661E}" srcOrd="22"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D70646-A62A-4B8D-A902-FF69DA0AC039}">
      <dsp:nvSpPr>
        <dsp:cNvPr id="0" name=""/>
        <dsp:cNvSpPr/>
      </dsp:nvSpPr>
      <dsp:spPr>
        <a:xfrm>
          <a:off x="511128" y="1648"/>
          <a:ext cx="1790776" cy="1074465"/>
        </a:xfrm>
        <a:prstGeom prst="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schemeClr val="bg1"/>
              </a:solidFill>
              <a:latin typeface="Times New Roman" panose="02020603050405020304" pitchFamily="18" charset="0"/>
              <a:cs typeface="Times New Roman" panose="02020603050405020304" pitchFamily="18" charset="0"/>
            </a:rPr>
            <a:t>git</a:t>
          </a:r>
          <a:r>
            <a:rPr lang="es-MX" sz="1200" b="1" kern="1200" dirty="0">
              <a:solidFill>
                <a:schemeClr val="bg1"/>
              </a:solidFill>
              <a:latin typeface="Times New Roman" panose="02020603050405020304" pitchFamily="18" charset="0"/>
              <a:cs typeface="Times New Roman" panose="02020603050405020304" pitchFamily="18" charset="0"/>
            </a:rPr>
            <a:t> </a:t>
          </a:r>
          <a:r>
            <a:rPr lang="es-MX" sz="1200" b="1" kern="1200" dirty="0" err="1">
              <a:solidFill>
                <a:schemeClr val="bg1"/>
              </a:solidFill>
              <a:latin typeface="Times New Roman" panose="02020603050405020304" pitchFamily="18" charset="0"/>
              <a:cs typeface="Times New Roman" panose="02020603050405020304" pitchFamily="18" charset="0"/>
            </a:rPr>
            <a:t>init</a:t>
          </a:r>
          <a:r>
            <a:rPr lang="es-MX" sz="1200" kern="1200" dirty="0">
              <a:latin typeface="Times New Roman" panose="02020603050405020304" pitchFamily="18" charset="0"/>
              <a:cs typeface="Times New Roman" panose="02020603050405020304" pitchFamily="18" charset="0"/>
            </a:rPr>
            <a:t>: Inicializa un repositorio Git en un directorio local.</a:t>
          </a:r>
          <a:endParaRPr lang="en-US" sz="1200" kern="1200" dirty="0">
            <a:latin typeface="Times New Roman" panose="02020603050405020304" pitchFamily="18" charset="0"/>
            <a:cs typeface="Times New Roman" panose="02020603050405020304" pitchFamily="18" charset="0"/>
          </a:endParaRPr>
        </a:p>
      </dsp:txBody>
      <dsp:txXfrm>
        <a:off x="511128" y="1648"/>
        <a:ext cx="1790776" cy="1074465"/>
      </dsp:txXfrm>
    </dsp:sp>
    <dsp:sp modelId="{CCEB8DBF-D8C1-4239-9C77-DFCBD60DEBB9}">
      <dsp:nvSpPr>
        <dsp:cNvPr id="0" name=""/>
        <dsp:cNvSpPr/>
      </dsp:nvSpPr>
      <dsp:spPr>
        <a:xfrm>
          <a:off x="2480982" y="1648"/>
          <a:ext cx="1790776" cy="1074465"/>
        </a:xfrm>
        <a:prstGeom prst="rect">
          <a:avLst/>
        </a:prstGeom>
        <a:gradFill rotWithShape="0">
          <a:gsLst>
            <a:gs pos="0">
              <a:schemeClr val="accent5">
                <a:hueOff val="-300778"/>
                <a:satOff val="-1615"/>
                <a:lumOff val="553"/>
                <a:alphaOff val="0"/>
                <a:tint val="94000"/>
                <a:satMod val="105000"/>
                <a:lumMod val="102000"/>
              </a:schemeClr>
            </a:gs>
            <a:gs pos="100000">
              <a:schemeClr val="accent5">
                <a:hueOff val="-300778"/>
                <a:satOff val="-1615"/>
                <a:lumOff val="55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schemeClr val="bg1"/>
              </a:solidFill>
              <a:latin typeface="Times New Roman" panose="02020603050405020304" pitchFamily="18" charset="0"/>
              <a:ea typeface="+mn-ea"/>
              <a:cs typeface="Times New Roman" panose="02020603050405020304" pitchFamily="18" charset="0"/>
            </a:rPr>
            <a:t>git</a:t>
          </a:r>
          <a:r>
            <a:rPr lang="es-MX" sz="1200" b="1" kern="1200" dirty="0">
              <a:solidFill>
                <a:schemeClr val="bg1"/>
              </a:solidFill>
              <a:latin typeface="Times New Roman" panose="02020603050405020304" pitchFamily="18" charset="0"/>
              <a:ea typeface="+mn-ea"/>
              <a:cs typeface="Times New Roman" panose="02020603050405020304" pitchFamily="18" charset="0"/>
            </a:rPr>
            <a:t> clone </a:t>
          </a:r>
          <a:r>
            <a:rPr lang="es-MX" sz="1200" b="1" kern="1200" dirty="0">
              <a:solidFill>
                <a:schemeClr val="bg1"/>
              </a:solidFill>
              <a:latin typeface="Times New Roman" panose="02020603050405020304" pitchFamily="18" charset="0"/>
              <a:cs typeface="Times New Roman" panose="02020603050405020304" pitchFamily="18" charset="0"/>
            </a:rPr>
            <a:t>[URL]</a:t>
          </a:r>
          <a:r>
            <a:rPr lang="es-MX" sz="1200" kern="1200" dirty="0">
              <a:latin typeface="Times New Roman" panose="02020603050405020304" pitchFamily="18" charset="0"/>
              <a:cs typeface="Times New Roman" panose="02020603050405020304" pitchFamily="18" charset="0"/>
            </a:rPr>
            <a:t>: Clona un repositorio Git existente en un nuevo directorio.</a:t>
          </a:r>
          <a:endParaRPr lang="en-US" sz="1200" kern="1200" dirty="0">
            <a:latin typeface="Times New Roman" panose="02020603050405020304" pitchFamily="18" charset="0"/>
            <a:cs typeface="Times New Roman" panose="02020603050405020304" pitchFamily="18" charset="0"/>
          </a:endParaRPr>
        </a:p>
      </dsp:txBody>
      <dsp:txXfrm>
        <a:off x="2480982" y="1648"/>
        <a:ext cx="1790776" cy="1074465"/>
      </dsp:txXfrm>
    </dsp:sp>
    <dsp:sp modelId="{CD87CED8-B23C-4F15-AEC1-79B0B92E4740}">
      <dsp:nvSpPr>
        <dsp:cNvPr id="0" name=""/>
        <dsp:cNvSpPr/>
      </dsp:nvSpPr>
      <dsp:spPr>
        <a:xfrm>
          <a:off x="4450836" y="1648"/>
          <a:ext cx="1790776" cy="1074465"/>
        </a:xfrm>
        <a:prstGeom prst="rect">
          <a:avLst/>
        </a:prstGeom>
        <a:gradFill rotWithShape="0">
          <a:gsLst>
            <a:gs pos="0">
              <a:schemeClr val="accent5">
                <a:hueOff val="-601556"/>
                <a:satOff val="-3231"/>
                <a:lumOff val="1105"/>
                <a:alphaOff val="0"/>
                <a:tint val="94000"/>
                <a:satMod val="105000"/>
                <a:lumMod val="102000"/>
              </a:schemeClr>
            </a:gs>
            <a:gs pos="100000">
              <a:schemeClr val="accent5">
                <a:hueOff val="-601556"/>
                <a:satOff val="-3231"/>
                <a:lumOff val="110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status</a:t>
          </a:r>
          <a:r>
            <a:rPr lang="es-MX" sz="1200" kern="1200" dirty="0">
              <a:latin typeface="Times New Roman" panose="02020603050405020304" pitchFamily="18" charset="0"/>
              <a:cs typeface="Times New Roman" panose="02020603050405020304" pitchFamily="18" charset="0"/>
            </a:rPr>
            <a:t>: Muestra el estado actual del repositorio, incluyendo los cambios realizados y los archivos no rastreados.</a:t>
          </a:r>
          <a:endParaRPr lang="en-US" sz="1200" kern="1200" dirty="0">
            <a:latin typeface="Times New Roman" panose="02020603050405020304" pitchFamily="18" charset="0"/>
            <a:cs typeface="Times New Roman" panose="02020603050405020304" pitchFamily="18" charset="0"/>
          </a:endParaRPr>
        </a:p>
      </dsp:txBody>
      <dsp:txXfrm>
        <a:off x="4450836" y="1648"/>
        <a:ext cx="1790776" cy="1074465"/>
      </dsp:txXfrm>
    </dsp:sp>
    <dsp:sp modelId="{ED5D29CF-94C2-463C-908A-AAEEE985BD1B}">
      <dsp:nvSpPr>
        <dsp:cNvPr id="0" name=""/>
        <dsp:cNvSpPr/>
      </dsp:nvSpPr>
      <dsp:spPr>
        <a:xfrm>
          <a:off x="6420690" y="1648"/>
          <a:ext cx="1790776" cy="1074465"/>
        </a:xfrm>
        <a:prstGeom prst="rect">
          <a:avLst/>
        </a:prstGeom>
        <a:gradFill rotWithShape="0">
          <a:gsLst>
            <a:gs pos="0">
              <a:schemeClr val="accent5">
                <a:hueOff val="-902334"/>
                <a:satOff val="-4846"/>
                <a:lumOff val="1658"/>
                <a:alphaOff val="0"/>
                <a:tint val="94000"/>
                <a:satMod val="105000"/>
                <a:lumMod val="102000"/>
              </a:schemeClr>
            </a:gs>
            <a:gs pos="100000">
              <a:schemeClr val="accent5">
                <a:hueOff val="-902334"/>
                <a:satOff val="-4846"/>
                <a:lumOff val="165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add</a:t>
          </a:r>
          <a:r>
            <a:rPr lang="es-MX" sz="1200" b="1" kern="1200" dirty="0">
              <a:solidFill>
                <a:prstClr val="black"/>
              </a:solidFill>
              <a:latin typeface="Times New Roman" panose="02020603050405020304" pitchFamily="18" charset="0"/>
              <a:ea typeface="+mn-ea"/>
              <a:cs typeface="Times New Roman" panose="02020603050405020304" pitchFamily="18" charset="0"/>
            </a:rPr>
            <a:t> [archivo]</a:t>
          </a:r>
          <a:r>
            <a:rPr lang="es-MX" sz="1200" b="0" kern="1200" dirty="0">
              <a:solidFill>
                <a:schemeClr val="tx1"/>
              </a:solidFill>
              <a:latin typeface="Times New Roman" panose="02020603050405020304" pitchFamily="18" charset="0"/>
              <a:ea typeface="+mn-ea"/>
              <a:cs typeface="Times New Roman" panose="02020603050405020304" pitchFamily="18" charset="0"/>
            </a:rPr>
            <a: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kern="1200" dirty="0">
              <a:latin typeface="Times New Roman" panose="02020603050405020304" pitchFamily="18" charset="0"/>
              <a:cs typeface="Times New Roman" panose="02020603050405020304" pitchFamily="18" charset="0"/>
            </a:rPr>
            <a:t>Agrega un archivo al área de preparación para ser incluido en el próximo </a:t>
          </a:r>
          <a:r>
            <a:rPr lang="es-MX" sz="1200" kern="1200" dirty="0" err="1">
              <a:latin typeface="Times New Roman" panose="02020603050405020304" pitchFamily="18" charset="0"/>
              <a:cs typeface="Times New Roman" panose="02020603050405020304" pitchFamily="18" charset="0"/>
            </a:rPr>
            <a:t>commit</a:t>
          </a:r>
          <a:r>
            <a:rPr lang="es-MX" sz="1200" kern="1200" dirty="0">
              <a:latin typeface="Times New Roman" panose="02020603050405020304" pitchFamily="18" charset="0"/>
              <a:cs typeface="Times New Roman" panose="02020603050405020304" pitchFamily="18" charset="0"/>
            </a:rPr>
            <a:t>.</a:t>
          </a:r>
          <a:endParaRPr lang="en-US" sz="1200" kern="1200" dirty="0">
            <a:latin typeface="Times New Roman" panose="02020603050405020304" pitchFamily="18" charset="0"/>
            <a:cs typeface="Times New Roman" panose="02020603050405020304" pitchFamily="18" charset="0"/>
          </a:endParaRPr>
        </a:p>
      </dsp:txBody>
      <dsp:txXfrm>
        <a:off x="6420690" y="1648"/>
        <a:ext cx="1790776" cy="1074465"/>
      </dsp:txXfrm>
    </dsp:sp>
    <dsp:sp modelId="{4B6059A1-BE36-4BC6-BEFA-580BDBD9E190}">
      <dsp:nvSpPr>
        <dsp:cNvPr id="0" name=""/>
        <dsp:cNvSpPr/>
      </dsp:nvSpPr>
      <dsp:spPr>
        <a:xfrm>
          <a:off x="8390544" y="1648"/>
          <a:ext cx="1790776" cy="1074465"/>
        </a:xfrm>
        <a:prstGeom prst="rect">
          <a:avLst/>
        </a:prstGeom>
        <a:gradFill rotWithShape="0">
          <a:gsLst>
            <a:gs pos="0">
              <a:schemeClr val="accent5">
                <a:hueOff val="-1203112"/>
                <a:satOff val="-6462"/>
                <a:lumOff val="2210"/>
                <a:alphaOff val="0"/>
                <a:tint val="94000"/>
                <a:satMod val="105000"/>
                <a:lumMod val="102000"/>
              </a:schemeClr>
            </a:gs>
            <a:gs pos="100000">
              <a:schemeClr val="accent5">
                <a:hueOff val="-1203112"/>
                <a:satOff val="-6462"/>
                <a:lumOff val="221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commit</a:t>
          </a:r>
          <a:r>
            <a:rPr lang="es-MX" sz="1200" b="1" kern="1200" dirty="0">
              <a:solidFill>
                <a:prstClr val="black"/>
              </a:solidFill>
              <a:latin typeface="Times New Roman" panose="02020603050405020304" pitchFamily="18" charset="0"/>
              <a:ea typeface="+mn-ea"/>
              <a:cs typeface="Times New Roman" panose="02020603050405020304" pitchFamily="18" charset="0"/>
            </a:rPr>
            <a:t> -m "[mensaje]"</a:t>
          </a:r>
          <a:r>
            <a:rPr lang="es-MX" sz="1200" kern="1200" dirty="0">
              <a:latin typeface="Times New Roman" panose="02020603050405020304" pitchFamily="18" charset="0"/>
              <a:cs typeface="Times New Roman" panose="02020603050405020304" pitchFamily="18" charset="0"/>
            </a:rPr>
            <a:t>: Crea un nuevo </a:t>
          </a:r>
          <a:r>
            <a:rPr lang="es-MX" sz="1200" kern="1200" dirty="0" err="1">
              <a:latin typeface="Times New Roman" panose="02020603050405020304" pitchFamily="18" charset="0"/>
              <a:cs typeface="Times New Roman" panose="02020603050405020304" pitchFamily="18" charset="0"/>
            </a:rPr>
            <a:t>commit</a:t>
          </a:r>
          <a:r>
            <a:rPr lang="es-MX" sz="1200" kern="1200" dirty="0">
              <a:latin typeface="Times New Roman" panose="02020603050405020304" pitchFamily="18" charset="0"/>
              <a:cs typeface="Times New Roman" panose="02020603050405020304" pitchFamily="18" charset="0"/>
            </a:rPr>
            <a:t> con los cambios agregados al área de preparación, junto con un mensaje que describe los cambios realizados.</a:t>
          </a:r>
          <a:endParaRPr lang="en-US" sz="1200" kern="1200" dirty="0">
            <a:latin typeface="Times New Roman" panose="02020603050405020304" pitchFamily="18" charset="0"/>
            <a:cs typeface="Times New Roman" panose="02020603050405020304" pitchFamily="18" charset="0"/>
          </a:endParaRPr>
        </a:p>
      </dsp:txBody>
      <dsp:txXfrm>
        <a:off x="8390544" y="1648"/>
        <a:ext cx="1790776" cy="1074465"/>
      </dsp:txXfrm>
    </dsp:sp>
    <dsp:sp modelId="{EADD7D3A-1A00-4991-9C80-F446B90B4B35}">
      <dsp:nvSpPr>
        <dsp:cNvPr id="0" name=""/>
        <dsp:cNvSpPr/>
      </dsp:nvSpPr>
      <dsp:spPr>
        <a:xfrm>
          <a:off x="511128" y="1255192"/>
          <a:ext cx="1790776" cy="1074465"/>
        </a:xfrm>
        <a:prstGeom prst="rect">
          <a:avLst/>
        </a:prstGeom>
        <a:gradFill rotWithShape="0">
          <a:gsLst>
            <a:gs pos="0">
              <a:schemeClr val="accent5">
                <a:hueOff val="-1503889"/>
                <a:satOff val="-8077"/>
                <a:lumOff val="2763"/>
                <a:alphaOff val="0"/>
                <a:tint val="94000"/>
                <a:satMod val="105000"/>
                <a:lumMod val="102000"/>
              </a:schemeClr>
            </a:gs>
            <a:gs pos="100000">
              <a:schemeClr val="accent5">
                <a:hueOff val="-1503889"/>
                <a:satOff val="-8077"/>
                <a:lumOff val="276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push</a:t>
          </a:r>
          <a:r>
            <a:rPr lang="es-MX" sz="1200" kern="1200" dirty="0">
              <a:latin typeface="Times New Roman" panose="02020603050405020304" pitchFamily="18" charset="0"/>
              <a:cs typeface="Times New Roman" panose="02020603050405020304" pitchFamily="18" charset="0"/>
            </a:rPr>
            <a:t>: Sube los </a:t>
          </a:r>
          <a:r>
            <a:rPr lang="es-MX" sz="1200" kern="1200" dirty="0" err="1">
              <a:latin typeface="Times New Roman" panose="02020603050405020304" pitchFamily="18" charset="0"/>
              <a:cs typeface="Times New Roman" panose="02020603050405020304" pitchFamily="18" charset="0"/>
            </a:rPr>
            <a:t>commits</a:t>
          </a:r>
          <a:r>
            <a:rPr lang="es-MX" sz="1200" kern="1200" dirty="0">
              <a:latin typeface="Times New Roman" panose="02020603050405020304" pitchFamily="18" charset="0"/>
              <a:cs typeface="Times New Roman" panose="02020603050405020304" pitchFamily="18" charset="0"/>
            </a:rPr>
            <a:t> locales al repositorio remoto.</a:t>
          </a:r>
          <a:endParaRPr lang="en-US" sz="1200" kern="1200" dirty="0">
            <a:latin typeface="Times New Roman" panose="02020603050405020304" pitchFamily="18" charset="0"/>
            <a:cs typeface="Times New Roman" panose="02020603050405020304" pitchFamily="18" charset="0"/>
          </a:endParaRPr>
        </a:p>
      </dsp:txBody>
      <dsp:txXfrm>
        <a:off x="511128" y="1255192"/>
        <a:ext cx="1790776" cy="1074465"/>
      </dsp:txXfrm>
    </dsp:sp>
    <dsp:sp modelId="{2E78F892-CDD3-4B1B-A7C2-5F41331DED7A}">
      <dsp:nvSpPr>
        <dsp:cNvPr id="0" name=""/>
        <dsp:cNvSpPr/>
      </dsp:nvSpPr>
      <dsp:spPr>
        <a:xfrm>
          <a:off x="2480982" y="1255192"/>
          <a:ext cx="1790776" cy="1074465"/>
        </a:xfrm>
        <a:prstGeom prst="rect">
          <a:avLst/>
        </a:prstGeom>
        <a:gradFill rotWithShape="0">
          <a:gsLst>
            <a:gs pos="0">
              <a:schemeClr val="accent5">
                <a:hueOff val="-1804667"/>
                <a:satOff val="-9693"/>
                <a:lumOff val="3315"/>
                <a:alphaOff val="0"/>
                <a:tint val="94000"/>
                <a:satMod val="105000"/>
                <a:lumMod val="102000"/>
              </a:schemeClr>
            </a:gs>
            <a:gs pos="100000">
              <a:schemeClr val="accent5">
                <a:hueOff val="-1804667"/>
                <a:satOff val="-9693"/>
                <a:lumOff val="331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pull</a:t>
          </a:r>
          <a:r>
            <a:rPr lang="es-MX" sz="1200" kern="1200" dirty="0">
              <a:latin typeface="Times New Roman" panose="02020603050405020304" pitchFamily="18" charset="0"/>
              <a:cs typeface="Times New Roman" panose="02020603050405020304" pitchFamily="18" charset="0"/>
            </a:rPr>
            <a:t>: Descarga los cambios desde el repositorio remoto y los fusiona con la rama local actual.</a:t>
          </a:r>
          <a:endParaRPr lang="en-US" sz="1200" kern="1200" dirty="0">
            <a:latin typeface="Times New Roman" panose="02020603050405020304" pitchFamily="18" charset="0"/>
            <a:cs typeface="Times New Roman" panose="02020603050405020304" pitchFamily="18" charset="0"/>
          </a:endParaRPr>
        </a:p>
      </dsp:txBody>
      <dsp:txXfrm>
        <a:off x="2480982" y="1255192"/>
        <a:ext cx="1790776" cy="1074465"/>
      </dsp:txXfrm>
    </dsp:sp>
    <dsp:sp modelId="{84077401-4AAA-42DB-B843-17A2873BE9A1}">
      <dsp:nvSpPr>
        <dsp:cNvPr id="0" name=""/>
        <dsp:cNvSpPr/>
      </dsp:nvSpPr>
      <dsp:spPr>
        <a:xfrm>
          <a:off x="4450836" y="1255192"/>
          <a:ext cx="1790776" cy="1074465"/>
        </a:xfrm>
        <a:prstGeom prst="rect">
          <a:avLst/>
        </a:prstGeom>
        <a:gradFill rotWithShape="0">
          <a:gsLst>
            <a:gs pos="0">
              <a:schemeClr val="accent5">
                <a:hueOff val="-2105445"/>
                <a:satOff val="-11308"/>
                <a:lumOff val="3868"/>
                <a:alphaOff val="0"/>
                <a:tint val="94000"/>
                <a:satMod val="105000"/>
                <a:lumMod val="102000"/>
              </a:schemeClr>
            </a:gs>
            <a:gs pos="100000">
              <a:schemeClr val="accent5">
                <a:hueOff val="-2105445"/>
                <a:satOff val="-11308"/>
                <a:lumOff val="386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branch</a:t>
          </a:r>
          <a:r>
            <a:rPr lang="es-MX" sz="1200" kern="1200" dirty="0">
              <a:latin typeface="Times New Roman" panose="02020603050405020304" pitchFamily="18" charset="0"/>
              <a:cs typeface="Times New Roman" panose="02020603050405020304" pitchFamily="18" charset="0"/>
            </a:rPr>
            <a:t>: Muestra una lista de las ramas locales en el repositorio.</a:t>
          </a:r>
          <a:endParaRPr lang="en-US" sz="1200" kern="1200" dirty="0">
            <a:latin typeface="Times New Roman" panose="02020603050405020304" pitchFamily="18" charset="0"/>
            <a:cs typeface="Times New Roman" panose="02020603050405020304" pitchFamily="18" charset="0"/>
          </a:endParaRPr>
        </a:p>
      </dsp:txBody>
      <dsp:txXfrm>
        <a:off x="4450836" y="1255192"/>
        <a:ext cx="1790776" cy="1074465"/>
      </dsp:txXfrm>
    </dsp:sp>
    <dsp:sp modelId="{CAD0CBB8-FD99-45AC-8D15-9F3DF5BB16A4}">
      <dsp:nvSpPr>
        <dsp:cNvPr id="0" name=""/>
        <dsp:cNvSpPr/>
      </dsp:nvSpPr>
      <dsp:spPr>
        <a:xfrm>
          <a:off x="6420690" y="1255192"/>
          <a:ext cx="1790776" cy="1074465"/>
        </a:xfrm>
        <a:prstGeom prst="rect">
          <a:avLst/>
        </a:prstGeom>
        <a:gradFill rotWithShape="0">
          <a:gsLst>
            <a:gs pos="0">
              <a:schemeClr val="accent5">
                <a:hueOff val="-2406223"/>
                <a:satOff val="-12924"/>
                <a:lumOff val="4420"/>
                <a:alphaOff val="0"/>
                <a:tint val="94000"/>
                <a:satMod val="105000"/>
                <a:lumMod val="102000"/>
              </a:schemeClr>
            </a:gs>
            <a:gs pos="100000">
              <a:schemeClr val="accent5">
                <a:hueOff val="-2406223"/>
                <a:satOff val="-12924"/>
                <a:lumOff val="442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checkout</a:t>
          </a:r>
          <a:r>
            <a:rPr lang="es-MX" sz="1200" b="1" kern="1200" dirty="0">
              <a:solidFill>
                <a:prstClr val="black"/>
              </a:solidFill>
              <a:latin typeface="Times New Roman" panose="02020603050405020304" pitchFamily="18" charset="0"/>
              <a:ea typeface="+mn-ea"/>
              <a:cs typeface="Times New Roman" panose="02020603050405020304" pitchFamily="18" charset="0"/>
            </a:rPr>
            <a:t> [nombre de la rama]</a:t>
          </a:r>
          <a:r>
            <a:rPr lang="es-MX" sz="1200" kern="1200" dirty="0">
              <a:latin typeface="Times New Roman" panose="02020603050405020304" pitchFamily="18" charset="0"/>
              <a:cs typeface="Times New Roman" panose="02020603050405020304" pitchFamily="18" charset="0"/>
            </a:rPr>
            <a:t>: Cambia a la rama especificada.</a:t>
          </a:r>
          <a:endParaRPr lang="en-US" sz="1200" kern="1200" dirty="0">
            <a:latin typeface="Times New Roman" panose="02020603050405020304" pitchFamily="18" charset="0"/>
            <a:cs typeface="Times New Roman" panose="02020603050405020304" pitchFamily="18" charset="0"/>
          </a:endParaRPr>
        </a:p>
      </dsp:txBody>
      <dsp:txXfrm>
        <a:off x="6420690" y="1255192"/>
        <a:ext cx="1790776" cy="1074465"/>
      </dsp:txXfrm>
    </dsp:sp>
    <dsp:sp modelId="{A8A06FBE-625C-487E-9FF1-00583CF48CF5}">
      <dsp:nvSpPr>
        <dsp:cNvPr id="0" name=""/>
        <dsp:cNvSpPr/>
      </dsp:nvSpPr>
      <dsp:spPr>
        <a:xfrm>
          <a:off x="8390544" y="1255192"/>
          <a:ext cx="1790776" cy="1074465"/>
        </a:xfrm>
        <a:prstGeom prst="rect">
          <a:avLst/>
        </a:prstGeom>
        <a:gradFill rotWithShape="0">
          <a:gsLst>
            <a:gs pos="0">
              <a:schemeClr val="accent5">
                <a:hueOff val="-2707001"/>
                <a:satOff val="-14539"/>
                <a:lumOff val="4973"/>
                <a:alphaOff val="0"/>
                <a:tint val="94000"/>
                <a:satMod val="105000"/>
                <a:lumMod val="102000"/>
              </a:schemeClr>
            </a:gs>
            <a:gs pos="100000">
              <a:schemeClr val="accent5">
                <a:hueOff val="-2707001"/>
                <a:satOff val="-14539"/>
                <a:lumOff val="4973"/>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a:t>
          </a:r>
          <a:r>
            <a:rPr lang="es-MX" sz="1200" b="1" kern="1200" dirty="0" err="1">
              <a:solidFill>
                <a:prstClr val="black"/>
              </a:solidFill>
              <a:latin typeface="Times New Roman" panose="02020603050405020304" pitchFamily="18" charset="0"/>
              <a:ea typeface="+mn-ea"/>
              <a:cs typeface="Times New Roman" panose="02020603050405020304" pitchFamily="18" charset="0"/>
            </a:rPr>
            <a:t>merge</a:t>
          </a:r>
          <a:r>
            <a:rPr lang="es-MX" sz="1200" b="1" kern="1200" dirty="0">
              <a:solidFill>
                <a:prstClr val="black"/>
              </a:solidFill>
              <a:latin typeface="Times New Roman" panose="02020603050405020304" pitchFamily="18" charset="0"/>
              <a:ea typeface="+mn-ea"/>
              <a:cs typeface="Times New Roman" panose="02020603050405020304" pitchFamily="18" charset="0"/>
            </a:rPr>
            <a:t> [nombre de la rama]</a:t>
          </a:r>
          <a:r>
            <a:rPr lang="es-MX" sz="1200" kern="1200" dirty="0">
              <a:latin typeface="Times New Roman" panose="02020603050405020304" pitchFamily="18" charset="0"/>
              <a:cs typeface="Times New Roman" panose="02020603050405020304" pitchFamily="18" charset="0"/>
            </a:rPr>
            <a:t>: Fusiona la rama especificada con la rama actual.</a:t>
          </a:r>
          <a:endParaRPr lang="en-US" sz="1200" kern="1200" dirty="0">
            <a:latin typeface="Times New Roman" panose="02020603050405020304" pitchFamily="18" charset="0"/>
            <a:cs typeface="Times New Roman" panose="02020603050405020304" pitchFamily="18" charset="0"/>
          </a:endParaRPr>
        </a:p>
      </dsp:txBody>
      <dsp:txXfrm>
        <a:off x="8390544" y="1255192"/>
        <a:ext cx="1790776" cy="1074465"/>
      </dsp:txXfrm>
    </dsp:sp>
    <dsp:sp modelId="{7F7DC330-8574-42B9-A4EB-07B55F2D1E92}">
      <dsp:nvSpPr>
        <dsp:cNvPr id="0" name=""/>
        <dsp:cNvSpPr/>
      </dsp:nvSpPr>
      <dsp:spPr>
        <a:xfrm>
          <a:off x="3465909" y="2508735"/>
          <a:ext cx="1790776" cy="1074465"/>
        </a:xfrm>
        <a:prstGeom prst="rect">
          <a:avLst/>
        </a:prstGeom>
        <a:gradFill rotWithShape="0">
          <a:gsLst>
            <a:gs pos="0">
              <a:schemeClr val="accent5">
                <a:hueOff val="-3007779"/>
                <a:satOff val="-16155"/>
                <a:lumOff val="5525"/>
                <a:alphaOff val="0"/>
                <a:tint val="94000"/>
                <a:satMod val="105000"/>
                <a:lumMod val="102000"/>
              </a:schemeClr>
            </a:gs>
            <a:gs pos="100000">
              <a:schemeClr val="accent5">
                <a:hueOff val="-3007779"/>
                <a:satOff val="-16155"/>
                <a:lumOff val="552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log</a:t>
          </a:r>
          <a:r>
            <a:rPr lang="es-MX" sz="1200" kern="1200" dirty="0">
              <a:latin typeface="Times New Roman" panose="02020603050405020304" pitchFamily="18" charset="0"/>
              <a:cs typeface="Times New Roman" panose="02020603050405020304" pitchFamily="18" charset="0"/>
            </a:rPr>
            <a:t>: Muestra un registro de los </a:t>
          </a:r>
          <a:r>
            <a:rPr lang="es-MX" sz="1200" kern="1200" dirty="0" err="1">
              <a:latin typeface="Times New Roman" panose="02020603050405020304" pitchFamily="18" charset="0"/>
              <a:cs typeface="Times New Roman" panose="02020603050405020304" pitchFamily="18" charset="0"/>
            </a:rPr>
            <a:t>commits</a:t>
          </a:r>
          <a:r>
            <a:rPr lang="es-MX" sz="1200" kern="1200" dirty="0">
              <a:latin typeface="Times New Roman" panose="02020603050405020304" pitchFamily="18" charset="0"/>
              <a:cs typeface="Times New Roman" panose="02020603050405020304" pitchFamily="18" charset="0"/>
            </a:rPr>
            <a:t> realizados en el repositorio.</a:t>
          </a:r>
          <a:endParaRPr lang="en-US" sz="1200" kern="1200" dirty="0">
            <a:latin typeface="Times New Roman" panose="02020603050405020304" pitchFamily="18" charset="0"/>
            <a:cs typeface="Times New Roman" panose="02020603050405020304" pitchFamily="18" charset="0"/>
          </a:endParaRPr>
        </a:p>
      </dsp:txBody>
      <dsp:txXfrm>
        <a:off x="3465909" y="2508735"/>
        <a:ext cx="1790776" cy="1074465"/>
      </dsp:txXfrm>
    </dsp:sp>
    <dsp:sp modelId="{089A9743-2883-4913-BDD7-A7DDB40F661E}">
      <dsp:nvSpPr>
        <dsp:cNvPr id="0" name=""/>
        <dsp:cNvSpPr/>
      </dsp:nvSpPr>
      <dsp:spPr>
        <a:xfrm>
          <a:off x="5435763" y="2508735"/>
          <a:ext cx="1790776" cy="1074465"/>
        </a:xfrm>
        <a:prstGeom prst="rect">
          <a:avLst/>
        </a:prstGeom>
        <a:gradFill rotWithShape="0">
          <a:gsLst>
            <a:gs pos="0">
              <a:schemeClr val="accent5">
                <a:hueOff val="-3308557"/>
                <a:satOff val="-17770"/>
                <a:lumOff val="6078"/>
                <a:alphaOff val="0"/>
                <a:tint val="94000"/>
                <a:satMod val="105000"/>
                <a:lumMod val="102000"/>
              </a:schemeClr>
            </a:gs>
            <a:gs pos="100000">
              <a:schemeClr val="accent5">
                <a:hueOff val="-3308557"/>
                <a:satOff val="-17770"/>
                <a:lumOff val="607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s-MX" sz="1200" b="1" kern="1200" dirty="0" err="1">
              <a:solidFill>
                <a:prstClr val="black"/>
              </a:solidFill>
              <a:latin typeface="Times New Roman" panose="02020603050405020304" pitchFamily="18" charset="0"/>
              <a:ea typeface="+mn-ea"/>
              <a:cs typeface="Times New Roman" panose="02020603050405020304" pitchFamily="18" charset="0"/>
            </a:rPr>
            <a:t>git</a:t>
          </a:r>
          <a:r>
            <a:rPr lang="es-MX" sz="1200" b="1" kern="1200" dirty="0">
              <a:solidFill>
                <a:prstClr val="black"/>
              </a:solidFill>
              <a:latin typeface="Times New Roman" panose="02020603050405020304" pitchFamily="18" charset="0"/>
              <a:ea typeface="+mn-ea"/>
              <a:cs typeface="Times New Roman" panose="02020603050405020304" pitchFamily="18" charset="0"/>
            </a:rPr>
            <a:t> remote -v</a:t>
          </a:r>
          <a:r>
            <a:rPr lang="es-MX" sz="1200" kern="1200" dirty="0">
              <a:latin typeface="Times New Roman" panose="02020603050405020304" pitchFamily="18" charset="0"/>
              <a:cs typeface="Times New Roman" panose="02020603050405020304" pitchFamily="18" charset="0"/>
            </a:rPr>
            <a:t>: Muestra las URL de los repositorios remotos configurados.</a:t>
          </a:r>
          <a:endParaRPr lang="en-US" sz="1200" kern="1200" dirty="0">
            <a:latin typeface="Times New Roman" panose="02020603050405020304" pitchFamily="18" charset="0"/>
            <a:cs typeface="Times New Roman" panose="02020603050405020304" pitchFamily="18" charset="0"/>
          </a:endParaRPr>
        </a:p>
      </dsp:txBody>
      <dsp:txXfrm>
        <a:off x="5435763" y="2508735"/>
        <a:ext cx="1790776" cy="107446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141410" y="3073397"/>
            <a:ext cx="4878391" cy="2717801"/>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6172200" y="3073397"/>
            <a:ext cx="4875210" cy="2717801"/>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s-ES"/>
              <a:t>Haga clic en el icono para agregar una imagen</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48A87A34-81AB-432B-8DAE-1953F412C126}" type="datetimeFigureOut">
              <a:rPr lang="en-US" dirty="0"/>
              <a:t>4/23/2025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s-ES"/>
              <a:t>Haga clic en el icono para agregar una imagen</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3" name="Date Placeholder 2"/>
          <p:cNvSpPr>
            <a:spLocks noGrp="1"/>
          </p:cNvSpPr>
          <p:nvPr>
            <p:ph type="dt" sz="half" idx="10"/>
          </p:nvPr>
        </p:nvSpPr>
        <p:spPr/>
        <p:txBody>
          <a:bodyPr/>
          <a:lstStyle/>
          <a:p>
            <a:fld id="{48A87A34-81AB-432B-8DAE-1953F412C126}" type="datetimeFigureOut">
              <a:rPr lang="en-US" dirty="0"/>
              <a:t>4/23/2025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bg2">
                <a:lumMod val="65000"/>
              </a:schemeClr>
            </a:gs>
            <a:gs pos="100000">
              <a:schemeClr val="bg2">
                <a:shade val="92000"/>
                <a:hueMod val="104000"/>
                <a:satMod val="140000"/>
                <a:lumMod val="68000"/>
              </a:schemeClr>
            </a:gs>
          </a:gsLst>
          <a:lin ang="5040000" scaled="0"/>
          <a:tileRect/>
        </a:gradFill>
        <a:effectLst/>
      </p:bgPr>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4/23/2025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colaboratorio.net/atareao/developer/2017/git-y-github-introduccion/" TargetMode="External"/><Relationship Id="rId2" Type="http://schemas.openxmlformats.org/officeDocument/2006/relationships/image" Target="../media/image2.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hyperlink" Target="https://nyu-dataservices.github.io/Intro-Git-GitHub/"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_MIxdqAGGYQ" TargetMode="External"/><Relationship Id="rId2" Type="http://schemas.openxmlformats.org/officeDocument/2006/relationships/hyperlink" Target="https://git-scm.com/downloads" TargetMode="External"/><Relationship Id="rId1" Type="http://schemas.openxmlformats.org/officeDocument/2006/relationships/slideLayout" Target="../slideLayouts/slideLayout2.xml"/><Relationship Id="rId4" Type="http://schemas.openxmlformats.org/officeDocument/2006/relationships/hyperlink" Target="https://github.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 name="Picture 2">
            <a:extLst>
              <a:ext uri="{FF2B5EF4-FFF2-40B4-BE49-F238E27FC236}">
                <a16:creationId xmlns:a16="http://schemas.microsoft.com/office/drawing/2014/main" id="{B882E441-FBBB-4BE0-AD21-E7ADF5F6A46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119" name="Group 118">
            <a:extLst>
              <a:ext uri="{FF2B5EF4-FFF2-40B4-BE49-F238E27FC236}">
                <a16:creationId xmlns:a16="http://schemas.microsoft.com/office/drawing/2014/main" id="{72A9CFA7-7B9A-4AD7-AB70-C7667C5948C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053888" cy="6858001"/>
            <a:chOff x="-14288" y="0"/>
            <a:chExt cx="12053888" cy="6858001"/>
          </a:xfrm>
        </p:grpSpPr>
        <p:grpSp>
          <p:nvGrpSpPr>
            <p:cNvPr id="120" name="Group 119">
              <a:extLst>
                <a:ext uri="{FF2B5EF4-FFF2-40B4-BE49-F238E27FC236}">
                  <a16:creationId xmlns:a16="http://schemas.microsoft.com/office/drawing/2014/main" id="{02D181EE-0684-4FB2-A7D1-87DC0D9E374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132" name="Rectangle 5">
                <a:extLst>
                  <a:ext uri="{FF2B5EF4-FFF2-40B4-BE49-F238E27FC236}">
                    <a16:creationId xmlns:a16="http://schemas.microsoft.com/office/drawing/2014/main" id="{65F0E1C9-0581-49F0-9914-4BA9274E9FD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133" name="Freeform 6">
                <a:extLst>
                  <a:ext uri="{FF2B5EF4-FFF2-40B4-BE49-F238E27FC236}">
                    <a16:creationId xmlns:a16="http://schemas.microsoft.com/office/drawing/2014/main" id="{921A05EA-3A7D-47C1-AFB8-55355BA8721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4" name="Freeform 7">
                <a:extLst>
                  <a:ext uri="{FF2B5EF4-FFF2-40B4-BE49-F238E27FC236}">
                    <a16:creationId xmlns:a16="http://schemas.microsoft.com/office/drawing/2014/main" id="{09782112-2D7D-4B3E-A1F0-A1C3819AD87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5" name="Freeform 8">
                <a:extLst>
                  <a:ext uri="{FF2B5EF4-FFF2-40B4-BE49-F238E27FC236}">
                    <a16:creationId xmlns:a16="http://schemas.microsoft.com/office/drawing/2014/main" id="{4F9C8459-423F-4B2B-ADBE-439B861060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6" name="Freeform 9">
                <a:extLst>
                  <a:ext uri="{FF2B5EF4-FFF2-40B4-BE49-F238E27FC236}">
                    <a16:creationId xmlns:a16="http://schemas.microsoft.com/office/drawing/2014/main" id="{286C3962-CCDF-4801-824A-25618CC4791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7" name="Freeform 10">
                <a:extLst>
                  <a:ext uri="{FF2B5EF4-FFF2-40B4-BE49-F238E27FC236}">
                    <a16:creationId xmlns:a16="http://schemas.microsoft.com/office/drawing/2014/main" id="{D640D23A-5BDE-4714-8681-936AAC574E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8" name="Freeform 11">
                <a:extLst>
                  <a:ext uri="{FF2B5EF4-FFF2-40B4-BE49-F238E27FC236}">
                    <a16:creationId xmlns:a16="http://schemas.microsoft.com/office/drawing/2014/main" id="{4F8E92AC-B601-4317-B46F-8ED054DBDE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9" name="Freeform 12">
                <a:extLst>
                  <a:ext uri="{FF2B5EF4-FFF2-40B4-BE49-F238E27FC236}">
                    <a16:creationId xmlns:a16="http://schemas.microsoft.com/office/drawing/2014/main" id="{0CF7AD71-F8E9-4F13-BBB9-8D3856C982E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0" name="Freeform 13">
                <a:extLst>
                  <a:ext uri="{FF2B5EF4-FFF2-40B4-BE49-F238E27FC236}">
                    <a16:creationId xmlns:a16="http://schemas.microsoft.com/office/drawing/2014/main" id="{32F7368C-4F04-45C5-8243-9E26D8DB112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1" name="Freeform 14">
                <a:extLst>
                  <a:ext uri="{FF2B5EF4-FFF2-40B4-BE49-F238E27FC236}">
                    <a16:creationId xmlns:a16="http://schemas.microsoft.com/office/drawing/2014/main" id="{335A85BC-6E54-4DE0-BB0C-A54BADF221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2" name="Freeform 15">
                <a:extLst>
                  <a:ext uri="{FF2B5EF4-FFF2-40B4-BE49-F238E27FC236}">
                    <a16:creationId xmlns:a16="http://schemas.microsoft.com/office/drawing/2014/main" id="{E7DFA615-C86D-46F3-9A2D-A66EC25C830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3" name="Line 16">
                <a:extLst>
                  <a:ext uri="{FF2B5EF4-FFF2-40B4-BE49-F238E27FC236}">
                    <a16:creationId xmlns:a16="http://schemas.microsoft.com/office/drawing/2014/main" id="{8C9054DF-8242-4F51-AA1F-2C3E578934DA}"/>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ES"/>
              </a:p>
            </p:txBody>
          </p:sp>
          <p:sp>
            <p:nvSpPr>
              <p:cNvPr id="144" name="Freeform 17">
                <a:extLst>
                  <a:ext uri="{FF2B5EF4-FFF2-40B4-BE49-F238E27FC236}">
                    <a16:creationId xmlns:a16="http://schemas.microsoft.com/office/drawing/2014/main" id="{C8597469-1168-4794-BA2D-5D8BDAA798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5" name="Freeform 18">
                <a:extLst>
                  <a:ext uri="{FF2B5EF4-FFF2-40B4-BE49-F238E27FC236}">
                    <a16:creationId xmlns:a16="http://schemas.microsoft.com/office/drawing/2014/main" id="{0A19C83D-19FF-4041-B0F8-EB49ABD675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6" name="Freeform 19">
                <a:extLst>
                  <a:ext uri="{FF2B5EF4-FFF2-40B4-BE49-F238E27FC236}">
                    <a16:creationId xmlns:a16="http://schemas.microsoft.com/office/drawing/2014/main" id="{A2794D14-45AE-4C56-893E-1618DE3652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7" name="Freeform 20">
                <a:extLst>
                  <a:ext uri="{FF2B5EF4-FFF2-40B4-BE49-F238E27FC236}">
                    <a16:creationId xmlns:a16="http://schemas.microsoft.com/office/drawing/2014/main" id="{5B5CB3C0-3FEC-445D-9AE7-B76DC831847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48" name="Rectangle 21">
                <a:extLst>
                  <a:ext uri="{FF2B5EF4-FFF2-40B4-BE49-F238E27FC236}">
                    <a16:creationId xmlns:a16="http://schemas.microsoft.com/office/drawing/2014/main" id="{EF87049D-247B-4090-A5FD-72596A49C9E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sp>
            <p:nvSpPr>
              <p:cNvPr id="149" name="Freeform 22">
                <a:extLst>
                  <a:ext uri="{FF2B5EF4-FFF2-40B4-BE49-F238E27FC236}">
                    <a16:creationId xmlns:a16="http://schemas.microsoft.com/office/drawing/2014/main" id="{1D048CEC-518F-4BCB-A350-C0B610161B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0" name="Freeform 23">
                <a:extLst>
                  <a:ext uri="{FF2B5EF4-FFF2-40B4-BE49-F238E27FC236}">
                    <a16:creationId xmlns:a16="http://schemas.microsoft.com/office/drawing/2014/main" id="{AA6F6866-13D5-468C-84DE-36A4F41BE7E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1" name="Freeform 24">
                <a:extLst>
                  <a:ext uri="{FF2B5EF4-FFF2-40B4-BE49-F238E27FC236}">
                    <a16:creationId xmlns:a16="http://schemas.microsoft.com/office/drawing/2014/main" id="{41E0D740-4AD8-417B-873E-ADFE6632E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2" name="Freeform 25">
                <a:extLst>
                  <a:ext uri="{FF2B5EF4-FFF2-40B4-BE49-F238E27FC236}">
                    <a16:creationId xmlns:a16="http://schemas.microsoft.com/office/drawing/2014/main" id="{193D799E-85C6-4E13-94FB-1B1629A17C6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3" name="Freeform 26">
                <a:extLst>
                  <a:ext uri="{FF2B5EF4-FFF2-40B4-BE49-F238E27FC236}">
                    <a16:creationId xmlns:a16="http://schemas.microsoft.com/office/drawing/2014/main" id="{F60165E1-F8F1-4814-B0D9-A1806CE34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4" name="Freeform 27">
                <a:extLst>
                  <a:ext uri="{FF2B5EF4-FFF2-40B4-BE49-F238E27FC236}">
                    <a16:creationId xmlns:a16="http://schemas.microsoft.com/office/drawing/2014/main" id="{1289F749-6039-4BA9-A27C-DDEA97BAF6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5" name="Freeform 28">
                <a:extLst>
                  <a:ext uri="{FF2B5EF4-FFF2-40B4-BE49-F238E27FC236}">
                    <a16:creationId xmlns:a16="http://schemas.microsoft.com/office/drawing/2014/main" id="{E81B336E-CA05-40DD-A252-78B14265651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6" name="Freeform 29">
                <a:extLst>
                  <a:ext uri="{FF2B5EF4-FFF2-40B4-BE49-F238E27FC236}">
                    <a16:creationId xmlns:a16="http://schemas.microsoft.com/office/drawing/2014/main" id="{27CEA681-1510-4213-A605-0A250A7486A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7" name="Freeform 30">
                <a:extLst>
                  <a:ext uri="{FF2B5EF4-FFF2-40B4-BE49-F238E27FC236}">
                    <a16:creationId xmlns:a16="http://schemas.microsoft.com/office/drawing/2014/main" id="{99A7CF31-4EC7-47B7-9A6B-95A0CFC797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58" name="Freeform 31">
                <a:extLst>
                  <a:ext uri="{FF2B5EF4-FFF2-40B4-BE49-F238E27FC236}">
                    <a16:creationId xmlns:a16="http://schemas.microsoft.com/office/drawing/2014/main" id="{733E9F48-DD20-413A-A03E-7C7EF1EFC15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grpSp>
        <p:grpSp>
          <p:nvGrpSpPr>
            <p:cNvPr id="121" name="Group 120">
              <a:extLst>
                <a:ext uri="{FF2B5EF4-FFF2-40B4-BE49-F238E27FC236}">
                  <a16:creationId xmlns:a16="http://schemas.microsoft.com/office/drawing/2014/main" id="{9AC11C72-708D-4226-83D9-8465847864E1}"/>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22" name="Freeform 32">
                <a:extLst>
                  <a:ext uri="{FF2B5EF4-FFF2-40B4-BE49-F238E27FC236}">
                    <a16:creationId xmlns:a16="http://schemas.microsoft.com/office/drawing/2014/main" id="{A3BDCBC2-F3C9-4322-A19F-92D799BA27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23" name="Freeform 33">
                <a:extLst>
                  <a:ext uri="{FF2B5EF4-FFF2-40B4-BE49-F238E27FC236}">
                    <a16:creationId xmlns:a16="http://schemas.microsoft.com/office/drawing/2014/main" id="{D6499DC4-58DE-4F54-8244-418F53503E52}"/>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24" name="Freeform 34">
                <a:extLst>
                  <a:ext uri="{FF2B5EF4-FFF2-40B4-BE49-F238E27FC236}">
                    <a16:creationId xmlns:a16="http://schemas.microsoft.com/office/drawing/2014/main" id="{FF4F0425-C4EA-4063-86D6-BA8336ECCEE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25" name="Freeform 35">
                <a:extLst>
                  <a:ext uri="{FF2B5EF4-FFF2-40B4-BE49-F238E27FC236}">
                    <a16:creationId xmlns:a16="http://schemas.microsoft.com/office/drawing/2014/main" id="{CBF60FB4-6211-4E97-B5B8-32B0997F80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26" name="Freeform 36">
                <a:extLst>
                  <a:ext uri="{FF2B5EF4-FFF2-40B4-BE49-F238E27FC236}">
                    <a16:creationId xmlns:a16="http://schemas.microsoft.com/office/drawing/2014/main" id="{21925C84-D56D-4B52-874C-AC2783823C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27" name="Freeform 37">
                <a:extLst>
                  <a:ext uri="{FF2B5EF4-FFF2-40B4-BE49-F238E27FC236}">
                    <a16:creationId xmlns:a16="http://schemas.microsoft.com/office/drawing/2014/main" id="{518070E4-22B7-4742-B08A-1BE99661E5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28" name="Freeform 38">
                <a:extLst>
                  <a:ext uri="{FF2B5EF4-FFF2-40B4-BE49-F238E27FC236}">
                    <a16:creationId xmlns:a16="http://schemas.microsoft.com/office/drawing/2014/main" id="{325D21C8-5AC6-464B-B6C7-1347BEF537D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29" name="Freeform 39">
                <a:extLst>
                  <a:ext uri="{FF2B5EF4-FFF2-40B4-BE49-F238E27FC236}">
                    <a16:creationId xmlns:a16="http://schemas.microsoft.com/office/drawing/2014/main" id="{A17FB258-8D26-45E8-8E81-50E9C1DF86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0" name="Freeform 40">
                <a:extLst>
                  <a:ext uri="{FF2B5EF4-FFF2-40B4-BE49-F238E27FC236}">
                    <a16:creationId xmlns:a16="http://schemas.microsoft.com/office/drawing/2014/main" id="{1F572CD7-AE60-496C-8D34-233853EFBF1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s-ES"/>
              </a:p>
            </p:txBody>
          </p:sp>
          <p:sp>
            <p:nvSpPr>
              <p:cNvPr id="131" name="Rectangle 41">
                <a:extLst>
                  <a:ext uri="{FF2B5EF4-FFF2-40B4-BE49-F238E27FC236}">
                    <a16:creationId xmlns:a16="http://schemas.microsoft.com/office/drawing/2014/main" id="{BBFDA56D-E398-47C5-B776-15DD0A9A116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s-ES"/>
              </a:p>
            </p:txBody>
          </p:sp>
        </p:grpSp>
      </p:grpSp>
      <p:sp>
        <p:nvSpPr>
          <p:cNvPr id="160" name="Round Diagonal Corner Rectangle 6">
            <a:extLst>
              <a:ext uri="{FF2B5EF4-FFF2-40B4-BE49-F238E27FC236}">
                <a16:creationId xmlns:a16="http://schemas.microsoft.com/office/drawing/2014/main" id="{179D851C-8A22-40C2-95AB-87556CF73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0544" y="808057"/>
            <a:ext cx="10227733" cy="5234394"/>
          </a:xfrm>
          <a:prstGeom prst="round2DiagRect">
            <a:avLst>
              <a:gd name="adj1" fmla="val 6185"/>
              <a:gd name="adj2" fmla="val 0"/>
            </a:avLst>
          </a:prstGeom>
          <a:solidFill>
            <a:srgbClr val="FFFFFF"/>
          </a:solidFill>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2" name="Picture 2">
            <a:extLst>
              <a:ext uri="{FF2B5EF4-FFF2-40B4-BE49-F238E27FC236}">
                <a16:creationId xmlns:a16="http://schemas.microsoft.com/office/drawing/2014/main" id="{87167C05-6114-45E2-AE3D-B77D38988FF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9" name="Imagen 48" descr="Icono&#10;&#10;Descripción generada automáticamente">
            <a:extLst>
              <a:ext uri="{FF2B5EF4-FFF2-40B4-BE49-F238E27FC236}">
                <a16:creationId xmlns:a16="http://schemas.microsoft.com/office/drawing/2014/main" id="{A1008C5F-2071-23A6-357C-CF37454FFFF3}"/>
              </a:ext>
            </a:extLst>
          </p:cNvPr>
          <p:cNvPicPr>
            <a:picLocks noChangeAspect="1"/>
          </p:cNvPicPr>
          <p:nvPr/>
        </p:nvPicPr>
        <p:blipFill rotWithShape="1">
          <a:blip r:embed="rId3">
            <a:extLst>
              <a:ext uri="{837473B0-CC2E-450A-ABE3-18F120FF3D39}">
                <a1611:picAttrSrcUrl xmlns:a1611="http://schemas.microsoft.com/office/drawing/2016/11/main" r:id="rId4"/>
              </a:ext>
            </a:extLst>
          </a:blip>
          <a:srcRect l="-12261" t="-14464" r="-6343" b="-7629"/>
          <a:stretch/>
        </p:blipFill>
        <p:spPr>
          <a:xfrm>
            <a:off x="6433667" y="729824"/>
            <a:ext cx="4341385" cy="5405863"/>
          </a:xfrm>
          <a:prstGeom prst="rect">
            <a:avLst/>
          </a:prstGeom>
        </p:spPr>
      </p:pic>
      <p:cxnSp>
        <p:nvCxnSpPr>
          <p:cNvPr id="164" name="Straight Connector 163">
            <a:extLst>
              <a:ext uri="{FF2B5EF4-FFF2-40B4-BE49-F238E27FC236}">
                <a16:creationId xmlns:a16="http://schemas.microsoft.com/office/drawing/2014/main" id="{792A6FB2-C222-4C89-B4E3-7F96367DC2A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9349" y="1416818"/>
            <a:ext cx="0" cy="4019340"/>
          </a:xfrm>
          <a:prstGeom prst="line">
            <a:avLst/>
          </a:prstGeom>
          <a:ln>
            <a:solidFill>
              <a:schemeClr val="accent5">
                <a:lumMod val="40000"/>
                <a:lumOff val="60000"/>
              </a:schemeClr>
            </a:solidFill>
          </a:ln>
        </p:spPr>
        <p:style>
          <a:lnRef idx="1">
            <a:schemeClr val="accent5"/>
          </a:lnRef>
          <a:fillRef idx="0">
            <a:schemeClr val="accent5"/>
          </a:fillRef>
          <a:effectRef idx="0">
            <a:schemeClr val="accent5"/>
          </a:effectRef>
          <a:fontRef idx="minor">
            <a:schemeClr val="tx1"/>
          </a:fontRef>
        </p:style>
      </p:cxnSp>
      <p:pic>
        <p:nvPicPr>
          <p:cNvPr id="5" name="Imagen 4" descr="Imagen que contiene Icono&#10;&#10;Descripción generada automáticamente">
            <a:extLst>
              <a:ext uri="{FF2B5EF4-FFF2-40B4-BE49-F238E27FC236}">
                <a16:creationId xmlns:a16="http://schemas.microsoft.com/office/drawing/2014/main" id="{D3FA4604-506C-5FF0-28AC-340625ED23EE}"/>
              </a:ext>
            </a:extLst>
          </p:cNvPr>
          <p:cNvPicPr>
            <a:picLocks noChangeAspect="1"/>
          </p:cNvPicPr>
          <p:nvPr/>
        </p:nvPicPr>
        <p:blipFill rotWithShape="1">
          <a:blip r:embed="rId5">
            <a:extLst>
              <a:ext uri="{BEBA8EAE-BF5A-486C-A8C5-ECC9F3942E4B}">
                <a14:imgProps xmlns:a14="http://schemas.microsoft.com/office/drawing/2010/main">
                  <a14:imgLayer r:embed="rId6">
                    <a14:imgEffect>
                      <a14:backgroundRemoval t="10000" b="90000" l="9000" r="86167">
                        <a14:foregroundMark x1="71750" y1="23500" x2="71750" y2="23500"/>
                        <a14:foregroundMark x1="26667" y1="24500" x2="35083" y2="38667"/>
                        <a14:foregroundMark x1="35083" y1="38667" x2="39250" y2="56500"/>
                        <a14:foregroundMark x1="39250" y1="56500" x2="30833" y2="69667"/>
                        <a14:foregroundMark x1="25809" y1="65667" x2="21833" y2="62500"/>
                        <a14:foregroundMark x1="30833" y1="69667" x2="28922" y2="68146"/>
                        <a14:foregroundMark x1="21833" y1="62500" x2="23083" y2="43833"/>
                        <a14:foregroundMark x1="23083" y1="43833" x2="23083" y2="43833"/>
                        <a14:foregroundMark x1="54465" y1="47604" x2="52750" y2="50833"/>
                        <a14:foregroundMark x1="59917" y1="37333" x2="58613" y2="39790"/>
                        <a14:foregroundMark x1="52750" y1="50833" x2="54000" y2="54667"/>
                        <a14:foregroundMark x1="81417" y1="36667" x2="84833" y2="36667"/>
                        <a14:foregroundMark x1="82917" y1="61000" x2="86167" y2="61000"/>
                        <a14:foregroundMark x1="70833" y1="37500" x2="71250" y2="59500"/>
                        <a14:foregroundMark x1="30250" y1="47500" x2="29750" y2="44667"/>
                        <a14:foregroundMark x1="42333" y1="47500" x2="29417" y2="21333"/>
                        <a14:foregroundMark x1="29417" y1="44167" x2="29417" y2="44167"/>
                        <a14:foregroundMark x1="29917" y1="48833" x2="29500" y2="43333"/>
                        <a14:backgroundMark x1="57750" y1="46500" x2="57750" y2="46500"/>
                        <a14:backgroundMark x1="67583" y1="44833" x2="65750" y2="64333"/>
                        <a14:backgroundMark x1="65750" y1="64333" x2="68083" y2="70833"/>
                        <a14:backgroundMark x1="60083" y1="58667" x2="58583" y2="58667"/>
                        <a14:backgroundMark x1="27833" y1="63833" x2="28167" y2="59667"/>
                        <a14:backgroundMark x1="27988" y1="44167" x2="28000" y2="43167"/>
                        <a14:backgroundMark x1="27833" y1="57000" x2="27988" y2="44167"/>
                        <a14:backgroundMark x1="27833" y1="41167" x2="28000" y2="43833"/>
                        <a14:backgroundMark x1="27833" y1="45500" x2="27833" y2="45500"/>
                        <a14:backgroundMark x1="27833" y1="66167" x2="27500" y2="67500"/>
                        <a14:backgroundMark x1="58583" y1="43833" x2="58417" y2="42500"/>
                        <a14:backgroundMark x1="57583" y1="42500" x2="57583" y2="42833"/>
                        <a14:backgroundMark x1="57917" y1="71500" x2="56250" y2="70500"/>
                        <a14:backgroundMark x1="59250" y1="44167" x2="56250" y2="45500"/>
                        <a14:backgroundMark x1="57250" y1="43500" x2="56417" y2="43167"/>
                        <a14:backgroundMark x1="27750" y1="42000" x2="27583" y2="45333"/>
                        <a14:backgroundMark x1="27083" y1="64500" x2="26500" y2="65333"/>
                        <a14:backgroundMark x1="57250" y1="44833" x2="55417" y2="45167"/>
                        <a14:backgroundMark x1="54917" y1="45833" x2="55083" y2="47333"/>
                        <a14:backgroundMark x1="57333" y1="43000" x2="57583" y2="41500"/>
                        <a14:backgroundMark x1="58667" y1="43333" x2="57250" y2="42667"/>
                        <a14:backgroundMark x1="58250" y1="42333" x2="58167" y2="41000"/>
                        <a14:backgroundMark x1="58417" y1="41667" x2="58167" y2="40500"/>
                        <a14:backgroundMark x1="57667" y1="41833" x2="58417" y2="40667"/>
                        <a14:backgroundMark x1="78083" y1="64000" x2="75000" y2="34167"/>
                        <a14:backgroundMark x1="26417" y1="65333" x2="26333" y2="66500"/>
                        <a14:backgroundMark x1="26083" y1="65667" x2="26083" y2="66500"/>
                      </a14:backgroundRemoval>
                    </a14:imgEffect>
                  </a14:imgLayer>
                </a14:imgProps>
              </a:ext>
              <a:ext uri="{837473B0-CC2E-450A-ABE3-18F120FF3D39}">
                <a1611:picAttrSrcUrl xmlns:a1611="http://schemas.microsoft.com/office/drawing/2016/11/main" r:id="rId7"/>
              </a:ext>
            </a:extLst>
          </a:blip>
          <a:srcRect r="8495" b="-1"/>
          <a:stretch/>
        </p:blipFill>
        <p:spPr>
          <a:xfrm>
            <a:off x="1127918" y="2137962"/>
            <a:ext cx="4711698" cy="2574583"/>
          </a:xfrm>
          <a:prstGeom prst="rect">
            <a:avLst/>
          </a:prstGeom>
        </p:spPr>
      </p:pic>
      <p:sp>
        <p:nvSpPr>
          <p:cNvPr id="53" name="CuadroTexto 52">
            <a:extLst>
              <a:ext uri="{FF2B5EF4-FFF2-40B4-BE49-F238E27FC236}">
                <a16:creationId xmlns:a16="http://schemas.microsoft.com/office/drawing/2014/main" id="{7AAB7C48-F971-E0C8-5625-084B00CF6ACF}"/>
              </a:ext>
            </a:extLst>
          </p:cNvPr>
          <p:cNvSpPr txBox="1"/>
          <p:nvPr/>
        </p:nvSpPr>
        <p:spPr>
          <a:xfrm>
            <a:off x="1919287" y="6198646"/>
            <a:ext cx="8339137" cy="461665"/>
          </a:xfrm>
          <a:prstGeom prst="rect">
            <a:avLst/>
          </a:prstGeom>
          <a:noFill/>
        </p:spPr>
        <p:txBody>
          <a:bodyPr wrap="square" rtlCol="0">
            <a:spAutoFit/>
          </a:bodyPr>
          <a:lstStyle/>
          <a:p>
            <a:pPr algn="ctr"/>
            <a:r>
              <a:rPr lang="es-ES" sz="2400" dirty="0">
                <a:latin typeface="Times New Roman" panose="02020603050405020304" pitchFamily="18" charset="0"/>
                <a:cs typeface="Times New Roman" panose="02020603050405020304" pitchFamily="18" charset="0"/>
              </a:rPr>
              <a:t>Lic. Cáceres Gastón – 1ª TSAS 2024</a:t>
            </a:r>
          </a:p>
        </p:txBody>
      </p:sp>
    </p:spTree>
    <p:extLst>
      <p:ext uri="{BB962C8B-B14F-4D97-AF65-F5344CB8AC3E}">
        <p14:creationId xmlns:p14="http://schemas.microsoft.com/office/powerpoint/2010/main" val="509393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out)">
                                      <p:cBhvr>
                                        <p:cTn id="7" dur="2000"/>
                                        <p:tgtEl>
                                          <p:spTgt spid="5"/>
                                        </p:tgtEl>
                                      </p:cBhvr>
                                    </p:animEffect>
                                  </p:childTnLst>
                                </p:cTn>
                              </p:par>
                              <p:par>
                                <p:cTn id="8" presetID="6" presetClass="entr" presetSubtype="32" fill="hold"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circle(out)">
                                      <p:cBhvr>
                                        <p:cTn id="10" dur="2000"/>
                                        <p:tgtEl>
                                          <p:spTgt spid="49"/>
                                        </p:tgtEl>
                                      </p:cBhvr>
                                    </p:animEffect>
                                  </p:childTnLst>
                                </p:cTn>
                              </p:par>
                              <p:par>
                                <p:cTn id="11" presetID="47" presetClass="entr" presetSubtype="0" fill="hold" grpId="0" nodeType="withEffect">
                                  <p:stCondLst>
                                    <p:cond delay="0"/>
                                  </p:stCondLst>
                                  <p:childTnLst>
                                    <p:set>
                                      <p:cBhvr>
                                        <p:cTn id="12" dur="1" fill="hold">
                                          <p:stCondLst>
                                            <p:cond delay="0"/>
                                          </p:stCondLst>
                                        </p:cTn>
                                        <p:tgtEl>
                                          <p:spTgt spid="53"/>
                                        </p:tgtEl>
                                        <p:attrNameLst>
                                          <p:attrName>style.visibility</p:attrName>
                                        </p:attrNameLst>
                                      </p:cBhvr>
                                      <p:to>
                                        <p:strVal val="visible"/>
                                      </p:to>
                                    </p:set>
                                    <p:animEffect transition="in" filter="fade">
                                      <p:cBhvr>
                                        <p:cTn id="13" dur="1000"/>
                                        <p:tgtEl>
                                          <p:spTgt spid="53"/>
                                        </p:tgtEl>
                                      </p:cBhvr>
                                    </p:animEffect>
                                    <p:anim calcmode="lin" valueType="num">
                                      <p:cBhvr>
                                        <p:cTn id="14" dur="1000" fill="hold"/>
                                        <p:tgtEl>
                                          <p:spTgt spid="53"/>
                                        </p:tgtEl>
                                        <p:attrNameLst>
                                          <p:attrName>ppt_x</p:attrName>
                                        </p:attrNameLst>
                                      </p:cBhvr>
                                      <p:tavLst>
                                        <p:tav tm="0">
                                          <p:val>
                                            <p:strVal val="#ppt_x"/>
                                          </p:val>
                                        </p:tav>
                                        <p:tav tm="100000">
                                          <p:val>
                                            <p:strVal val="#ppt_x"/>
                                          </p:val>
                                        </p:tav>
                                      </p:tavLst>
                                    </p:anim>
                                    <p:anim calcmode="lin" valueType="num">
                                      <p:cBhvr>
                                        <p:cTn id="15"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57"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sp>
          <p:nvSpPr>
            <p:cNvPr id="58"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59"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0"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1"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2"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3"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4"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5"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6"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7"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68"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ES"/>
            </a:p>
          </p:txBody>
        </p:sp>
        <p:sp>
          <p:nvSpPr>
            <p:cNvPr id="69"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0"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1"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2"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3"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sp>
          <p:nvSpPr>
            <p:cNvPr id="74"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5"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6"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7"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8"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79"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80"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81"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82"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83"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grpSp>
      <p:sp>
        <p:nvSpPr>
          <p:cNvPr id="2" name="Título 1"/>
          <p:cNvSpPr>
            <a:spLocks noGrp="1"/>
          </p:cNvSpPr>
          <p:nvPr>
            <p:ph type="title"/>
          </p:nvPr>
        </p:nvSpPr>
        <p:spPr>
          <a:xfrm>
            <a:off x="649288" y="1082673"/>
            <a:ext cx="3606544" cy="4708528"/>
          </a:xfrm>
        </p:spPr>
        <p:txBody>
          <a:bodyPr>
            <a:normAutofit/>
          </a:bodyPr>
          <a:lstStyle/>
          <a:p>
            <a:pPr algn="r"/>
            <a:r>
              <a:rPr lang="es-MX" sz="4000" dirty="0"/>
              <a:t>¿Qué es </a:t>
            </a:r>
            <a:r>
              <a:rPr lang="es-MX" sz="4000" dirty="0" err="1"/>
              <a:t>git</a:t>
            </a:r>
            <a:r>
              <a:rPr lang="es-MX" sz="4000" dirty="0"/>
              <a:t>?</a:t>
            </a:r>
            <a:endParaRPr lang="es-AR" sz="4000" dirty="0"/>
          </a:p>
        </p:txBody>
      </p:sp>
      <p:cxnSp>
        <p:nvCxnSpPr>
          <p:cNvPr id="85" name="Straight Connector 84">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p:cNvSpPr>
            <a:spLocks noGrp="1"/>
          </p:cNvSpPr>
          <p:nvPr>
            <p:ph idx="1"/>
          </p:nvPr>
        </p:nvSpPr>
        <p:spPr>
          <a:xfrm>
            <a:off x="4863846" y="478632"/>
            <a:ext cx="6807454" cy="6011863"/>
          </a:xfrm>
        </p:spPr>
        <p:txBody>
          <a:bodyPr anchor="ctr">
            <a:normAutofit/>
          </a:bodyPr>
          <a:lstStyle/>
          <a:p>
            <a:pPr>
              <a:lnSpc>
                <a:spcPct val="110000"/>
              </a:lnSpc>
            </a:pPr>
            <a:r>
              <a:rPr lang="es-MX" sz="1400" dirty="0">
                <a:latin typeface="Times New Roman" panose="02020603050405020304" pitchFamily="18" charset="0"/>
                <a:cs typeface="Times New Roman" panose="02020603050405020304" pitchFamily="18" charset="0"/>
              </a:rPr>
              <a:t>Es un sistema de control de versiones distribuido del inglés </a:t>
            </a:r>
            <a:r>
              <a:rPr lang="es-MX" sz="1400" dirty="0" err="1">
                <a:latin typeface="Times New Roman" panose="02020603050405020304" pitchFamily="18" charset="0"/>
                <a:cs typeface="Times New Roman" panose="02020603050405020304" pitchFamily="18" charset="0"/>
              </a:rPr>
              <a:t>version</a:t>
            </a:r>
            <a:r>
              <a:rPr lang="es-MX" sz="1400" dirty="0">
                <a:latin typeface="Times New Roman" panose="02020603050405020304" pitchFamily="18" charset="0"/>
                <a:cs typeface="Times New Roman" panose="02020603050405020304" pitchFamily="18" charset="0"/>
              </a:rPr>
              <a:t> control </a:t>
            </a:r>
            <a:r>
              <a:rPr lang="es-MX" sz="1400" dirty="0" err="1">
                <a:latin typeface="Times New Roman" panose="02020603050405020304" pitchFamily="18" charset="0"/>
                <a:cs typeface="Times New Roman" panose="02020603050405020304" pitchFamily="18" charset="0"/>
              </a:rPr>
              <a:t>system</a:t>
            </a:r>
            <a:r>
              <a:rPr lang="es-MX" sz="1400" dirty="0">
                <a:latin typeface="Times New Roman" panose="02020603050405020304" pitchFamily="18" charset="0"/>
                <a:cs typeface="Times New Roman" panose="02020603050405020304" pitchFamily="18" charset="0"/>
              </a:rPr>
              <a:t> (VCS).</a:t>
            </a:r>
          </a:p>
          <a:p>
            <a:pPr>
              <a:lnSpc>
                <a:spcPct val="110000"/>
              </a:lnSpc>
            </a:pPr>
            <a:r>
              <a:rPr lang="es-MX" sz="1400" dirty="0">
                <a:latin typeface="Times New Roman" panose="02020603050405020304" pitchFamily="18" charset="0"/>
                <a:cs typeface="Times New Roman" panose="02020603050405020304" pitchFamily="18" charset="0"/>
              </a:rPr>
              <a:t>Git es un VCS de open </a:t>
            </a:r>
            <a:r>
              <a:rPr lang="es-MX" sz="1400" dirty="0" err="1">
                <a:latin typeface="Times New Roman" panose="02020603050405020304" pitchFamily="18" charset="0"/>
                <a:cs typeface="Times New Roman" panose="02020603050405020304" pitchFamily="18" charset="0"/>
              </a:rPr>
              <a:t>source</a:t>
            </a:r>
            <a:r>
              <a:rPr lang="es-MX" sz="1400" dirty="0">
                <a:latin typeface="Times New Roman" panose="02020603050405020304" pitchFamily="18" charset="0"/>
                <a:cs typeface="Times New Roman" panose="02020603050405020304" pitchFamily="18" charset="0"/>
              </a:rPr>
              <a:t>, rápido, versátil, muy escalable y gratuito. Su autor principal es Linux Torvalds, creador de Linux.</a:t>
            </a:r>
          </a:p>
          <a:p>
            <a:pPr>
              <a:lnSpc>
                <a:spcPct val="110000"/>
              </a:lnSpc>
            </a:pPr>
            <a:r>
              <a:rPr lang="es-MX" sz="1400" dirty="0">
                <a:latin typeface="Times New Roman" panose="02020603050405020304" pitchFamily="18" charset="0"/>
                <a:cs typeface="Times New Roman" panose="02020603050405020304" pitchFamily="18" charset="0"/>
              </a:rPr>
              <a:t>¿Qué es un control de versiones?</a:t>
            </a:r>
          </a:p>
          <a:p>
            <a:pPr lvl="1">
              <a:lnSpc>
                <a:spcPct val="110000"/>
              </a:lnSpc>
            </a:pPr>
            <a:r>
              <a:rPr lang="es-MX" sz="1400" dirty="0">
                <a:latin typeface="Times New Roman" panose="02020603050405020304" pitchFamily="18" charset="0"/>
                <a:cs typeface="Times New Roman" panose="02020603050405020304" pitchFamily="18" charset="0"/>
              </a:rPr>
              <a:t>“es un programa o conjunto de programas que realiza un seguimiento de los cambios en una colección de archivos”</a:t>
            </a:r>
          </a:p>
          <a:p>
            <a:pPr>
              <a:lnSpc>
                <a:spcPct val="110000"/>
              </a:lnSpc>
            </a:pPr>
            <a:r>
              <a:rPr lang="es-MX" sz="1400" dirty="0">
                <a:latin typeface="Times New Roman" panose="02020603050405020304" pitchFamily="18" charset="0"/>
                <a:cs typeface="Times New Roman" panose="02020603050405020304" pitchFamily="18" charset="0"/>
              </a:rPr>
              <a:t>Características distintivas:</a:t>
            </a:r>
          </a:p>
          <a:p>
            <a:pPr lvl="1">
              <a:lnSpc>
                <a:spcPct val="110000"/>
              </a:lnSpc>
            </a:pPr>
            <a:r>
              <a:rPr lang="es-MX" sz="1400" dirty="0">
                <a:latin typeface="Times New Roman" panose="02020603050405020304" pitchFamily="18" charset="0"/>
                <a:cs typeface="Times New Roman" panose="02020603050405020304" pitchFamily="18" charset="0"/>
              </a:rPr>
              <a:t>Ramificación (</a:t>
            </a:r>
            <a:r>
              <a:rPr lang="es-MX" sz="1400" dirty="0" err="1">
                <a:latin typeface="Times New Roman" panose="02020603050405020304" pitchFamily="18" charset="0"/>
                <a:cs typeface="Times New Roman" panose="02020603050405020304" pitchFamily="18" charset="0"/>
              </a:rPr>
              <a:t>branching</a:t>
            </a:r>
            <a:r>
              <a:rPr lang="es-MX" sz="1400" dirty="0">
                <a:latin typeface="Times New Roman" panose="02020603050405020304" pitchFamily="18" charset="0"/>
                <a:cs typeface="Times New Roman" panose="02020603050405020304" pitchFamily="18" charset="0"/>
              </a:rPr>
              <a:t>): Permite trabajar en paralelo en diferentes versiones del proyecto.</a:t>
            </a:r>
          </a:p>
          <a:p>
            <a:pPr lvl="1">
              <a:lnSpc>
                <a:spcPct val="110000"/>
              </a:lnSpc>
            </a:pPr>
            <a:r>
              <a:rPr lang="es-MX" sz="1400" dirty="0">
                <a:latin typeface="Times New Roman" panose="02020603050405020304" pitchFamily="18" charset="0"/>
                <a:cs typeface="Times New Roman" panose="02020603050405020304" pitchFamily="18" charset="0"/>
              </a:rPr>
              <a:t>Fusión (</a:t>
            </a:r>
            <a:r>
              <a:rPr lang="es-MX" sz="1400" dirty="0" err="1">
                <a:latin typeface="Times New Roman" panose="02020603050405020304" pitchFamily="18" charset="0"/>
                <a:cs typeface="Times New Roman" panose="02020603050405020304" pitchFamily="18" charset="0"/>
              </a:rPr>
              <a:t>merging</a:t>
            </a:r>
            <a:r>
              <a:rPr lang="es-MX" sz="1400" dirty="0">
                <a:latin typeface="Times New Roman" panose="02020603050405020304" pitchFamily="18" charset="0"/>
                <a:cs typeface="Times New Roman" panose="02020603050405020304" pitchFamily="18" charset="0"/>
              </a:rPr>
              <a:t>): Combina cambios de diferentes ramas en una sola.</a:t>
            </a:r>
          </a:p>
          <a:p>
            <a:pPr lvl="1">
              <a:lnSpc>
                <a:spcPct val="110000"/>
              </a:lnSpc>
            </a:pPr>
            <a:r>
              <a:rPr lang="es-MX" sz="1400" dirty="0">
                <a:latin typeface="Times New Roman" panose="02020603050405020304" pitchFamily="18" charset="0"/>
                <a:cs typeface="Times New Roman" panose="02020603050405020304" pitchFamily="18" charset="0"/>
              </a:rPr>
              <a:t>Distribuido: Cada desarrollador tiene una copia completa del repositorio, lo que facilita el trabajo offline y la colaboración remota.</a:t>
            </a:r>
          </a:p>
          <a:p>
            <a:pPr>
              <a:lnSpc>
                <a:spcPct val="110000"/>
              </a:lnSpc>
            </a:pPr>
            <a:r>
              <a:rPr lang="es-MX" sz="1400" dirty="0">
                <a:latin typeface="Times New Roman" panose="02020603050405020304" pitchFamily="18" charset="0"/>
                <a:cs typeface="Times New Roman" panose="02020603050405020304" pitchFamily="18" charset="0"/>
              </a:rPr>
              <a:t>Objetivos:</a:t>
            </a:r>
          </a:p>
          <a:p>
            <a:pPr lvl="1">
              <a:lnSpc>
                <a:spcPct val="110000"/>
              </a:lnSpc>
            </a:pPr>
            <a:r>
              <a:rPr lang="es-MX" sz="1400" dirty="0">
                <a:latin typeface="Times New Roman" panose="02020603050405020304" pitchFamily="18" charset="0"/>
                <a:cs typeface="Times New Roman" panose="02020603050405020304" pitchFamily="18" charset="0"/>
              </a:rPr>
              <a:t>Uno de los objetivos de un VCS es recuperar fácilmente versiones anteriores de archivos individuales o de todo el proyecto. </a:t>
            </a:r>
          </a:p>
          <a:p>
            <a:pPr lvl="1">
              <a:lnSpc>
                <a:spcPct val="110000"/>
              </a:lnSpc>
            </a:pPr>
            <a:r>
              <a:rPr lang="es-MX" sz="1400" dirty="0">
                <a:latin typeface="Times New Roman" panose="02020603050405020304" pitchFamily="18" charset="0"/>
                <a:cs typeface="Times New Roman" panose="02020603050405020304" pitchFamily="18" charset="0"/>
              </a:rPr>
              <a:t>Otro objetivo es permitir que varios miembros de un equipo trabajen en un proyecto, incluso en los mismos archivos, al mismo tiempo sin que eso afecte al trabajo de los demás.</a:t>
            </a:r>
            <a:endParaRPr lang="es-AR" sz="1400" dirty="0">
              <a:latin typeface="Times New Roman" panose="02020603050405020304" pitchFamily="18" charset="0"/>
              <a:cs typeface="Times New Roman" panose="02020603050405020304" pitchFamily="18" charset="0"/>
            </a:endParaRPr>
          </a:p>
        </p:txBody>
      </p:sp>
      <p:grpSp>
        <p:nvGrpSpPr>
          <p:cNvPr id="87" name="Group 86">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88"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89"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0"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1"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2"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3"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4"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5"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6"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97"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grpSp>
    </p:spTree>
    <p:extLst>
      <p:ext uri="{BB962C8B-B14F-4D97-AF65-F5344CB8AC3E}">
        <p14:creationId xmlns:p14="http://schemas.microsoft.com/office/powerpoint/2010/main" val="2089566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1000"/>
                                        <p:tgtEl>
                                          <p:spTgt spid="3">
                                            <p:txEl>
                                              <p:pRg st="1" end="1"/>
                                            </p:txEl>
                                          </p:spTgt>
                                        </p:tgtEl>
                                      </p:cBhvr>
                                    </p:animEffect>
                                    <p:anim calcmode="lin" valueType="num">
                                      <p:cBhvr>
                                        <p:cTn id="14"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1000"/>
                                        <p:tgtEl>
                                          <p:spTgt spid="3">
                                            <p:txEl>
                                              <p:pRg st="3" end="3"/>
                                            </p:txEl>
                                          </p:spTgt>
                                        </p:tgtEl>
                                      </p:cBhvr>
                                    </p:animEffect>
                                    <p:anim calcmode="lin" valueType="num">
                                      <p:cBhvr>
                                        <p:cTn id="2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1000"/>
                                        <p:tgtEl>
                                          <p:spTgt spid="3">
                                            <p:txEl>
                                              <p:pRg st="4" end="4"/>
                                            </p:txEl>
                                          </p:spTgt>
                                        </p:tgtEl>
                                      </p:cBhvr>
                                    </p:animEffect>
                                    <p:anim calcmode="lin" valueType="num">
                                      <p:cBhvr>
                                        <p:cTn id="3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par>
                          <p:cTn id="35" fill="hold">
                            <p:stCondLst>
                              <p:cond delay="1000"/>
                            </p:stCondLst>
                            <p:childTnLst>
                              <p:par>
                                <p:cTn id="36" presetID="42" presetClass="entr" presetSubtype="0" fill="hold" grpId="0" nodeType="after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par>
                          <p:cTn id="41" fill="hold">
                            <p:stCondLst>
                              <p:cond delay="2000"/>
                            </p:stCondLst>
                            <p:childTnLst>
                              <p:par>
                                <p:cTn id="42" presetID="42" presetClass="entr" presetSubtype="0" fill="hold" grpId="0" nodeType="after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1000"/>
                                        <p:tgtEl>
                                          <p:spTgt spid="3">
                                            <p:txEl>
                                              <p:pRg st="6" end="6"/>
                                            </p:txEl>
                                          </p:spTgt>
                                        </p:tgtEl>
                                      </p:cBhvr>
                                    </p:animEffect>
                                    <p:anim calcmode="lin" valueType="num">
                                      <p:cBhvr>
                                        <p:cTn id="4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par>
                          <p:cTn id="47" fill="hold">
                            <p:stCondLst>
                              <p:cond delay="3000"/>
                            </p:stCondLst>
                            <p:childTnLst>
                              <p:par>
                                <p:cTn id="48" presetID="42" presetClass="entr" presetSubtype="0" fill="hold" grpId="0" nodeType="after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fade">
                                      <p:cBhvr>
                                        <p:cTn id="50" dur="1000"/>
                                        <p:tgtEl>
                                          <p:spTgt spid="3">
                                            <p:txEl>
                                              <p:pRg st="7" end="7"/>
                                            </p:txEl>
                                          </p:spTgt>
                                        </p:tgtEl>
                                      </p:cBhvr>
                                    </p:animEffect>
                                    <p:anim calcmode="lin" valueType="num">
                                      <p:cBhvr>
                                        <p:cTn id="5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fade">
                                      <p:cBhvr>
                                        <p:cTn id="57" dur="1000"/>
                                        <p:tgtEl>
                                          <p:spTgt spid="3">
                                            <p:txEl>
                                              <p:pRg st="8" end="8"/>
                                            </p:txEl>
                                          </p:spTgt>
                                        </p:tgtEl>
                                      </p:cBhvr>
                                    </p:animEffect>
                                    <p:anim calcmode="lin" valueType="num">
                                      <p:cBhvr>
                                        <p:cTn id="5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par>
                          <p:cTn id="60" fill="hold">
                            <p:stCondLst>
                              <p:cond delay="1000"/>
                            </p:stCondLst>
                            <p:childTnLst>
                              <p:par>
                                <p:cTn id="61" presetID="42" presetClass="entr" presetSubtype="0" fill="hold" grpId="0" nodeType="after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par>
                          <p:cTn id="66" fill="hold">
                            <p:stCondLst>
                              <p:cond delay="2000"/>
                            </p:stCondLst>
                            <p:childTnLst>
                              <p:par>
                                <p:cTn id="67" presetID="42" presetClass="entr" presetSubtype="0" fill="hold" grpId="0" nodeType="afterEffect">
                                  <p:stCondLst>
                                    <p:cond delay="0"/>
                                  </p:stCondLst>
                                  <p:childTnLst>
                                    <p:set>
                                      <p:cBhvr>
                                        <p:cTn id="68" dur="1" fill="hold">
                                          <p:stCondLst>
                                            <p:cond delay="0"/>
                                          </p:stCondLst>
                                        </p:cTn>
                                        <p:tgtEl>
                                          <p:spTgt spid="3">
                                            <p:txEl>
                                              <p:pRg st="10" end="10"/>
                                            </p:txEl>
                                          </p:spTgt>
                                        </p:tgtEl>
                                        <p:attrNameLst>
                                          <p:attrName>style.visibility</p:attrName>
                                        </p:attrNameLst>
                                      </p:cBhvr>
                                      <p:to>
                                        <p:strVal val="visible"/>
                                      </p:to>
                                    </p:set>
                                    <p:animEffect transition="in" filter="fade">
                                      <p:cBhvr>
                                        <p:cTn id="69" dur="1000"/>
                                        <p:tgtEl>
                                          <p:spTgt spid="3">
                                            <p:txEl>
                                              <p:pRg st="10" end="10"/>
                                            </p:txEl>
                                          </p:spTgt>
                                        </p:tgtEl>
                                      </p:cBhvr>
                                    </p:animEffect>
                                    <p:anim calcmode="lin" valueType="num">
                                      <p:cBhvr>
                                        <p:cTn id="7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E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grpSp>
      <p:sp>
        <p:nvSpPr>
          <p:cNvPr id="2" name="Título 1">
            <a:extLst>
              <a:ext uri="{FF2B5EF4-FFF2-40B4-BE49-F238E27FC236}">
                <a16:creationId xmlns:a16="http://schemas.microsoft.com/office/drawing/2014/main" id="{24B63F8B-F8CB-D466-2CC8-BF5B93A41C43}"/>
              </a:ext>
            </a:extLst>
          </p:cNvPr>
          <p:cNvSpPr>
            <a:spLocks noGrp="1"/>
          </p:cNvSpPr>
          <p:nvPr>
            <p:ph type="title"/>
          </p:nvPr>
        </p:nvSpPr>
        <p:spPr>
          <a:xfrm>
            <a:off x="-90489" y="1082673"/>
            <a:ext cx="4101318" cy="4708528"/>
          </a:xfrm>
        </p:spPr>
        <p:txBody>
          <a:bodyPr>
            <a:normAutofit/>
          </a:bodyPr>
          <a:lstStyle/>
          <a:p>
            <a:pPr algn="r"/>
            <a:r>
              <a:rPr lang="es-ES" sz="4000" dirty="0"/>
              <a:t>¿Qué es GitHub?</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DA946B50-4899-3DF4-325E-4046F0E3F1BF}"/>
              </a:ext>
            </a:extLst>
          </p:cNvPr>
          <p:cNvSpPr>
            <a:spLocks noGrp="1"/>
          </p:cNvSpPr>
          <p:nvPr>
            <p:ph idx="1"/>
          </p:nvPr>
        </p:nvSpPr>
        <p:spPr>
          <a:xfrm>
            <a:off x="4881309" y="1082673"/>
            <a:ext cx="6402640" cy="4708528"/>
          </a:xfrm>
        </p:spPr>
        <p:txBody>
          <a:bodyPr anchor="ctr">
            <a:normAutofit/>
          </a:bodyPr>
          <a:lstStyle/>
          <a:p>
            <a:r>
              <a:rPr lang="es-MX" sz="2000" dirty="0"/>
              <a:t>GitHub es una plataforma de alojamiento de código basada en la nube.</a:t>
            </a:r>
          </a:p>
          <a:p>
            <a:r>
              <a:rPr lang="es-MX" sz="2000" dirty="0"/>
              <a:t>Ofrece una interfaz gráfica para ejecutar los comandos de </a:t>
            </a:r>
            <a:r>
              <a:rPr lang="es-MX" sz="2000" dirty="0" err="1"/>
              <a:t>git</a:t>
            </a:r>
            <a:r>
              <a:rPr lang="es-MX" sz="2000" dirty="0"/>
              <a:t>.</a:t>
            </a:r>
          </a:p>
          <a:p>
            <a:r>
              <a:rPr lang="es-MX" sz="2000" dirty="0"/>
              <a:t>Permite a los desarrolladores alojar, revisar y colaborar en proyectos utilizando Git.</a:t>
            </a:r>
          </a:p>
          <a:p>
            <a:r>
              <a:rPr lang="es-MX" sz="2000" dirty="0"/>
              <a:t>Proporciona herramientas adicionales como seguimiento de problemas, solicitudes de extracción y wikis.</a:t>
            </a:r>
            <a:endParaRPr lang="es-ES" sz="2000" dirty="0"/>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grpSp>
    </p:spTree>
    <p:extLst>
      <p:ext uri="{BB962C8B-B14F-4D97-AF65-F5344CB8AC3E}">
        <p14:creationId xmlns:p14="http://schemas.microsoft.com/office/powerpoint/2010/main" val="63552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6911D4-BA2D-C1E8-6928-8FF7B29E0355}"/>
              </a:ext>
            </a:extLst>
          </p:cNvPr>
          <p:cNvSpPr>
            <a:spLocks noGrp="1"/>
          </p:cNvSpPr>
          <p:nvPr>
            <p:ph type="title"/>
          </p:nvPr>
        </p:nvSpPr>
        <p:spPr>
          <a:xfrm>
            <a:off x="3417959" y="-39596"/>
            <a:ext cx="5352905" cy="1478570"/>
          </a:xfrm>
        </p:spPr>
        <p:txBody>
          <a:bodyPr/>
          <a:lstStyle/>
          <a:p>
            <a:pPr algn="ctr"/>
            <a:r>
              <a:rPr kumimoji="0" lang="es-AR" altLang="es-AR" sz="3600" b="1" i="0" u="none" strike="noStrike" cap="none" normalizeH="0" baseline="0" dirty="0">
                <a:ln>
                  <a:noFill/>
                </a:ln>
                <a:solidFill>
                  <a:schemeClr val="tx1"/>
                </a:solidFill>
                <a:effectLst/>
                <a:latin typeface="Arial" panose="020B0604020202020204" pitchFamily="34" charset="0"/>
              </a:rPr>
              <a:t>Conceptos Clave de Git</a:t>
            </a:r>
            <a:endParaRPr lang="es-AR" dirty="0"/>
          </a:p>
        </p:txBody>
      </p:sp>
      <p:graphicFrame>
        <p:nvGraphicFramePr>
          <p:cNvPr id="4" name="Marcador de contenido 3">
            <a:extLst>
              <a:ext uri="{FF2B5EF4-FFF2-40B4-BE49-F238E27FC236}">
                <a16:creationId xmlns:a16="http://schemas.microsoft.com/office/drawing/2014/main" id="{3A0340C2-3E34-F13D-1047-75920C313098}"/>
              </a:ext>
            </a:extLst>
          </p:cNvPr>
          <p:cNvGraphicFramePr>
            <a:graphicFrameLocks noGrp="1"/>
          </p:cNvGraphicFramePr>
          <p:nvPr>
            <p:ph idx="1"/>
            <p:extLst>
              <p:ext uri="{D42A27DB-BD31-4B8C-83A1-F6EECF244321}">
                <p14:modId xmlns:p14="http://schemas.microsoft.com/office/powerpoint/2010/main" val="3814194891"/>
              </p:ext>
            </p:extLst>
          </p:nvPr>
        </p:nvGraphicFramePr>
        <p:xfrm>
          <a:off x="1600201" y="1281518"/>
          <a:ext cx="9486900" cy="5184882"/>
        </p:xfrm>
        <a:graphic>
          <a:graphicData uri="http://schemas.openxmlformats.org/drawingml/2006/table">
            <a:tbl>
              <a:tblPr firstRow="1">
                <a:tableStyleId>{D7AC3CCA-C797-4891-BE02-D94E43425B78}</a:tableStyleId>
              </a:tblPr>
              <a:tblGrid>
                <a:gridCol w="3098948">
                  <a:extLst>
                    <a:ext uri="{9D8B030D-6E8A-4147-A177-3AD203B41FA5}">
                      <a16:colId xmlns:a16="http://schemas.microsoft.com/office/drawing/2014/main" val="1461649202"/>
                    </a:ext>
                  </a:extLst>
                </a:gridCol>
                <a:gridCol w="6387952">
                  <a:extLst>
                    <a:ext uri="{9D8B030D-6E8A-4147-A177-3AD203B41FA5}">
                      <a16:colId xmlns:a16="http://schemas.microsoft.com/office/drawing/2014/main" val="921046948"/>
                    </a:ext>
                  </a:extLst>
                </a:gridCol>
              </a:tblGrid>
              <a:tr h="345371">
                <a:tc>
                  <a:txBody>
                    <a:bodyPr/>
                    <a:lstStyle/>
                    <a:p>
                      <a:pPr algn="ctr"/>
                      <a:r>
                        <a:rPr lang="es-AR" sz="1800" b="1" dirty="0">
                          <a:solidFill>
                            <a:schemeClr val="tx1"/>
                          </a:solidFill>
                        </a:rPr>
                        <a:t>CONCEPTO</a:t>
                      </a:r>
                      <a:endParaRPr lang="es-AR" sz="1800" b="1"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pPr algn="ctr"/>
                      <a:r>
                        <a:rPr lang="es-AR" sz="1800" b="1" dirty="0">
                          <a:solidFill>
                            <a:schemeClr val="tx1"/>
                          </a:solidFill>
                        </a:rPr>
                        <a:t>DESCRIPCIÓN</a:t>
                      </a:r>
                      <a:endParaRPr lang="es-AR" sz="1800" b="1"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2452389523"/>
                  </a:ext>
                </a:extLst>
              </a:tr>
              <a:tr h="505035">
                <a:tc>
                  <a:txBody>
                    <a:bodyPr/>
                    <a:lstStyle/>
                    <a:p>
                      <a:r>
                        <a:rPr lang="es-AR" sz="1800" b="1" dirty="0">
                          <a:solidFill>
                            <a:schemeClr val="tx1"/>
                          </a:solidFill>
                        </a:rPr>
                        <a:t>Repositorio (repo)</a:t>
                      </a:r>
                      <a:endParaRPr lang="es-AR"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a:solidFill>
                            <a:schemeClr val="tx1"/>
                          </a:solidFill>
                        </a:rPr>
                        <a:t>Carpeta del proyecto que contiene todo el historial de versiones.</a:t>
                      </a:r>
                      <a:endParaRPr lang="es-MX" sz="180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1919860113"/>
                  </a:ext>
                </a:extLst>
              </a:tr>
              <a:tr h="505035">
                <a:tc>
                  <a:txBody>
                    <a:bodyPr/>
                    <a:lstStyle/>
                    <a:p>
                      <a:r>
                        <a:rPr lang="es-AR" sz="1800" b="1" dirty="0" err="1">
                          <a:solidFill>
                            <a:schemeClr val="tx1"/>
                          </a:solidFill>
                        </a:rPr>
                        <a:t>Commit</a:t>
                      </a:r>
                      <a:endParaRPr lang="es-AR"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Una "foto" del estado actual del proyecto. Guarda cambios con un mensaje descriptivo.</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1061550077"/>
                  </a:ext>
                </a:extLst>
              </a:tr>
              <a:tr h="728563">
                <a:tc>
                  <a:txBody>
                    <a:bodyPr/>
                    <a:lstStyle/>
                    <a:p>
                      <a:r>
                        <a:rPr lang="es-AR" sz="1800" b="1" dirty="0">
                          <a:solidFill>
                            <a:schemeClr val="tx1"/>
                          </a:solidFill>
                        </a:rPr>
                        <a:t>Branch (rama)</a:t>
                      </a:r>
                      <a:endParaRPr lang="es-AR"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Línea de desarrollo paralela a la principal. Permite trabajar en nuevas funciones sin afectar el código principal.</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3009031649"/>
                  </a:ext>
                </a:extLst>
              </a:tr>
              <a:tr h="728563">
                <a:tc>
                  <a:txBody>
                    <a:bodyPr/>
                    <a:lstStyle/>
                    <a:p>
                      <a:r>
                        <a:rPr lang="es-AR" sz="1800" b="1">
                          <a:solidFill>
                            <a:schemeClr val="tx1"/>
                          </a:solidFill>
                        </a:rPr>
                        <a:t>Merge</a:t>
                      </a:r>
                      <a:endParaRPr lang="es-AR" sz="180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Combina cambios de una rama en otra (por ejemplo, de una rama de desarrollo a la principal).</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4012460902"/>
                  </a:ext>
                </a:extLst>
              </a:tr>
              <a:tr h="281506">
                <a:tc>
                  <a:txBody>
                    <a:bodyPr/>
                    <a:lstStyle/>
                    <a:p>
                      <a:r>
                        <a:rPr lang="es-AR" sz="1800" b="1">
                          <a:solidFill>
                            <a:schemeClr val="tx1"/>
                          </a:solidFill>
                        </a:rPr>
                        <a:t>Clone</a:t>
                      </a:r>
                      <a:endParaRPr lang="es-AR" sz="180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Copia un repositorio remoto en tu máquina local.</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1165031661"/>
                  </a:ext>
                </a:extLst>
              </a:tr>
              <a:tr h="505035">
                <a:tc>
                  <a:txBody>
                    <a:bodyPr/>
                    <a:lstStyle/>
                    <a:p>
                      <a:r>
                        <a:rPr lang="es-AR" sz="1800" b="1">
                          <a:solidFill>
                            <a:schemeClr val="tx1"/>
                          </a:solidFill>
                        </a:rPr>
                        <a:t>Pull</a:t>
                      </a:r>
                      <a:endParaRPr lang="es-AR" sz="180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Trae y actualiza los cambios desde el repositorio remoto.</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1899900176"/>
                  </a:ext>
                </a:extLst>
              </a:tr>
              <a:tr h="281506">
                <a:tc>
                  <a:txBody>
                    <a:bodyPr/>
                    <a:lstStyle/>
                    <a:p>
                      <a:r>
                        <a:rPr lang="es-AR" sz="1800" b="1">
                          <a:solidFill>
                            <a:schemeClr val="tx1"/>
                          </a:solidFill>
                        </a:rPr>
                        <a:t>Push</a:t>
                      </a:r>
                      <a:endParaRPr lang="es-AR" sz="180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Envía tus cambios locales al repositorio remoto.</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3614296734"/>
                  </a:ext>
                </a:extLst>
              </a:tr>
              <a:tr h="505035">
                <a:tc>
                  <a:txBody>
                    <a:bodyPr/>
                    <a:lstStyle/>
                    <a:p>
                      <a:r>
                        <a:rPr lang="es-AR" sz="1800" b="1">
                          <a:solidFill>
                            <a:schemeClr val="tx1"/>
                          </a:solidFill>
                        </a:rPr>
                        <a:t>Staging Area</a:t>
                      </a:r>
                      <a:endParaRPr lang="es-AR" sz="180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Zona temporal donde preparas los archivos que se incluirán en el próximo </a:t>
                      </a:r>
                      <a:r>
                        <a:rPr lang="es-MX" sz="1800" dirty="0" err="1">
                          <a:solidFill>
                            <a:schemeClr val="tx1"/>
                          </a:solidFill>
                        </a:rPr>
                        <a:t>commit</a:t>
                      </a:r>
                      <a:r>
                        <a:rPr lang="es-MX" sz="1800" dirty="0">
                          <a:solidFill>
                            <a:schemeClr val="tx1"/>
                          </a:solidFill>
                        </a:rPr>
                        <a:t>.</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2395396569"/>
                  </a:ext>
                </a:extLst>
              </a:tr>
              <a:tr h="505035">
                <a:tc>
                  <a:txBody>
                    <a:bodyPr/>
                    <a:lstStyle/>
                    <a:p>
                      <a:r>
                        <a:rPr lang="es-AR" sz="1800" b="1" dirty="0">
                          <a:solidFill>
                            <a:schemeClr val="tx1"/>
                          </a:solidFill>
                        </a:rPr>
                        <a:t>HEAD</a:t>
                      </a:r>
                      <a:endParaRPr lang="es-AR"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tc>
                  <a:txBody>
                    <a:bodyPr/>
                    <a:lstStyle/>
                    <a:p>
                      <a:r>
                        <a:rPr lang="es-MX" sz="1800" dirty="0">
                          <a:solidFill>
                            <a:schemeClr val="tx1"/>
                          </a:solidFill>
                        </a:rPr>
                        <a:t>Apunta a la rama o </a:t>
                      </a:r>
                      <a:r>
                        <a:rPr lang="es-MX" sz="1800" dirty="0" err="1">
                          <a:solidFill>
                            <a:schemeClr val="tx1"/>
                          </a:solidFill>
                        </a:rPr>
                        <a:t>commit</a:t>
                      </a:r>
                      <a:r>
                        <a:rPr lang="es-MX" sz="1800" dirty="0">
                          <a:solidFill>
                            <a:schemeClr val="tx1"/>
                          </a:solidFill>
                        </a:rPr>
                        <a:t> actual en la que estás trabajando.</a:t>
                      </a:r>
                      <a:endParaRPr lang="es-MX" sz="1800" dirty="0">
                        <a:solidFill>
                          <a:schemeClr val="tx1"/>
                        </a:solidFill>
                        <a:latin typeface="Times New Roman" panose="02020603050405020304" pitchFamily="18" charset="0"/>
                        <a:cs typeface="Times New Roman" panose="02020603050405020304" pitchFamily="18" charset="0"/>
                      </a:endParaRPr>
                    </a:p>
                  </a:txBody>
                  <a:tcPr marL="55339" marR="55339" marT="27670" marB="27670" anchor="ctr">
                    <a:noFill/>
                  </a:tcPr>
                </a:tc>
                <a:extLst>
                  <a:ext uri="{0D108BD9-81ED-4DB2-BD59-A6C34878D82A}">
                    <a16:rowId xmlns:a16="http://schemas.microsoft.com/office/drawing/2014/main" val="3233944695"/>
                  </a:ext>
                </a:extLst>
              </a:tr>
            </a:tbl>
          </a:graphicData>
        </a:graphic>
      </p:graphicFrame>
    </p:spTree>
    <p:extLst>
      <p:ext uri="{BB962C8B-B14F-4D97-AF65-F5344CB8AC3E}">
        <p14:creationId xmlns:p14="http://schemas.microsoft.com/office/powerpoint/2010/main" val="3266458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C555F0-50EA-767B-6B4B-F7117E2C46A6}"/>
              </a:ext>
            </a:extLst>
          </p:cNvPr>
          <p:cNvSpPr>
            <a:spLocks noGrp="1"/>
          </p:cNvSpPr>
          <p:nvPr>
            <p:ph type="title"/>
          </p:nvPr>
        </p:nvSpPr>
        <p:spPr>
          <a:xfrm>
            <a:off x="1227138" y="85118"/>
            <a:ext cx="9905998" cy="1478570"/>
          </a:xfrm>
        </p:spPr>
        <p:txBody>
          <a:bodyPr/>
          <a:lstStyle/>
          <a:p>
            <a:pPr algn="ctr"/>
            <a:r>
              <a:rPr lang="es-AR" dirty="0">
                <a:latin typeface="Times New Roman" panose="02020603050405020304" pitchFamily="18" charset="0"/>
                <a:cs typeface="Times New Roman" panose="02020603050405020304" pitchFamily="18" charset="0"/>
              </a:rPr>
              <a:t>Conceptos Clave de GitHub</a:t>
            </a:r>
          </a:p>
        </p:txBody>
      </p:sp>
      <p:graphicFrame>
        <p:nvGraphicFramePr>
          <p:cNvPr id="22" name="Tabla 21">
            <a:extLst>
              <a:ext uri="{FF2B5EF4-FFF2-40B4-BE49-F238E27FC236}">
                <a16:creationId xmlns:a16="http://schemas.microsoft.com/office/drawing/2014/main" id="{3912C3E5-E2BF-6849-B9A3-CD41D14CEAE7}"/>
              </a:ext>
            </a:extLst>
          </p:cNvPr>
          <p:cNvGraphicFramePr>
            <a:graphicFrameLocks noGrp="1"/>
          </p:cNvGraphicFramePr>
          <p:nvPr>
            <p:extLst>
              <p:ext uri="{D42A27DB-BD31-4B8C-83A1-F6EECF244321}">
                <p14:modId xmlns:p14="http://schemas.microsoft.com/office/powerpoint/2010/main" val="873699812"/>
              </p:ext>
            </p:extLst>
          </p:nvPr>
        </p:nvGraphicFramePr>
        <p:xfrm>
          <a:off x="1790700" y="1725613"/>
          <a:ext cx="9058275" cy="3974556"/>
        </p:xfrm>
        <a:graphic>
          <a:graphicData uri="http://schemas.openxmlformats.org/drawingml/2006/table">
            <a:tbl>
              <a:tblPr/>
              <a:tblGrid>
                <a:gridCol w="2686050">
                  <a:extLst>
                    <a:ext uri="{9D8B030D-6E8A-4147-A177-3AD203B41FA5}">
                      <a16:colId xmlns:a16="http://schemas.microsoft.com/office/drawing/2014/main" val="4071632654"/>
                    </a:ext>
                  </a:extLst>
                </a:gridCol>
                <a:gridCol w="6372225">
                  <a:extLst>
                    <a:ext uri="{9D8B030D-6E8A-4147-A177-3AD203B41FA5}">
                      <a16:colId xmlns:a16="http://schemas.microsoft.com/office/drawing/2014/main" val="881624292"/>
                    </a:ext>
                  </a:extLst>
                </a:gridCol>
              </a:tblGrid>
              <a:tr h="289119">
                <a:tc>
                  <a:txBody>
                    <a:bodyPr/>
                    <a:lstStyle/>
                    <a:p>
                      <a:pPr marL="0" algn="ctr" defTabSz="914400" rtl="0" eaLnBrk="1" latinLnBrk="0" hangingPunct="1"/>
                      <a:r>
                        <a:rPr lang="es-AR" sz="2000" b="1" kern="1200" dirty="0">
                          <a:solidFill>
                            <a:schemeClr val="tx1"/>
                          </a:solidFill>
                          <a:latin typeface="+mn-lt"/>
                          <a:ea typeface="+mn-ea"/>
                          <a:cs typeface="+mn-cs"/>
                        </a:rPr>
                        <a:t>CONCEPTO</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r>
                        <a:rPr lang="es-AR" sz="2000" b="1" kern="1200" dirty="0">
                          <a:solidFill>
                            <a:schemeClr val="tx1"/>
                          </a:solidFill>
                          <a:latin typeface="+mn-lt"/>
                          <a:ea typeface="+mn-ea"/>
                          <a:cs typeface="+mn-cs"/>
                        </a:rPr>
                        <a:t>DESCRIPCIÓN</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53378287"/>
                  </a:ext>
                </a:extLst>
              </a:tr>
              <a:tr h="505959">
                <a:tc>
                  <a:txBody>
                    <a:bodyPr/>
                    <a:lstStyle/>
                    <a:p>
                      <a:pPr marL="0" algn="ctr" defTabSz="914400" rtl="0" eaLnBrk="1" latinLnBrk="0" hangingPunct="1"/>
                      <a:r>
                        <a:rPr lang="es-AR" sz="1800" b="1" kern="1200" dirty="0" err="1">
                          <a:solidFill>
                            <a:schemeClr val="tx1"/>
                          </a:solidFill>
                          <a:latin typeface="+mn-lt"/>
                          <a:ea typeface="+mn-ea"/>
                          <a:cs typeface="+mn-cs"/>
                        </a:rPr>
                        <a:t>Pull</a:t>
                      </a:r>
                      <a:r>
                        <a:rPr lang="es-AR" sz="1800" b="1" kern="1200" dirty="0">
                          <a:solidFill>
                            <a:schemeClr val="tx1"/>
                          </a:solidFill>
                          <a:latin typeface="+mn-lt"/>
                          <a:ea typeface="+mn-ea"/>
                          <a:cs typeface="+mn-cs"/>
                        </a:rPr>
                        <a:t> </a:t>
                      </a:r>
                      <a:r>
                        <a:rPr lang="es-AR" sz="1800" b="1" kern="1200" dirty="0" err="1">
                          <a:solidFill>
                            <a:schemeClr val="tx1"/>
                          </a:solidFill>
                          <a:latin typeface="+mn-lt"/>
                          <a:ea typeface="+mn-ea"/>
                          <a:cs typeface="+mn-cs"/>
                        </a:rPr>
                        <a:t>Request</a:t>
                      </a:r>
                      <a:r>
                        <a:rPr lang="es-AR" sz="1800" b="1" kern="1200" dirty="0">
                          <a:solidFill>
                            <a:schemeClr val="tx1"/>
                          </a:solidFill>
                          <a:latin typeface="+mn-lt"/>
                          <a:ea typeface="+mn-ea"/>
                          <a:cs typeface="+mn-cs"/>
                        </a:rPr>
                        <a:t> (PR)</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just" defTabSz="914400" rtl="0" eaLnBrk="1" latinLnBrk="0" hangingPunct="1"/>
                      <a:r>
                        <a:rPr lang="es-MX" sz="1800" b="1" kern="1200" dirty="0">
                          <a:solidFill>
                            <a:schemeClr val="tx1"/>
                          </a:solidFill>
                          <a:latin typeface="+mn-lt"/>
                          <a:ea typeface="+mn-ea"/>
                          <a:cs typeface="+mn-cs"/>
                        </a:rPr>
                        <a:t>Solicitud para fusionar cambios de una rama a otra. Permite revisar, comentar y aprobar código.</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1022007"/>
                  </a:ext>
                </a:extLst>
              </a:tr>
              <a:tr h="722798">
                <a:tc>
                  <a:txBody>
                    <a:bodyPr/>
                    <a:lstStyle/>
                    <a:p>
                      <a:pPr marL="0" algn="ctr" defTabSz="914400" rtl="0" eaLnBrk="1" latinLnBrk="0" hangingPunct="1"/>
                      <a:r>
                        <a:rPr lang="es-AR" sz="1800" b="1" kern="1200" dirty="0" err="1">
                          <a:solidFill>
                            <a:schemeClr val="tx1"/>
                          </a:solidFill>
                          <a:latin typeface="+mn-lt"/>
                          <a:ea typeface="+mn-ea"/>
                          <a:cs typeface="+mn-cs"/>
                        </a:rPr>
                        <a:t>Fork</a:t>
                      </a:r>
                      <a:endParaRPr lang="es-AR" sz="1800" b="1" kern="1200" dirty="0">
                        <a:solidFill>
                          <a:schemeClr val="tx1"/>
                        </a:solidFill>
                        <a:latin typeface="+mn-lt"/>
                        <a:ea typeface="+mn-ea"/>
                        <a:cs typeface="+mn-cs"/>
                      </a:endParaRP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just" defTabSz="914400" rtl="0" eaLnBrk="1" latinLnBrk="0" hangingPunct="1"/>
                      <a:r>
                        <a:rPr lang="es-MX" sz="1800" b="1" kern="1200" dirty="0">
                          <a:solidFill>
                            <a:schemeClr val="tx1"/>
                          </a:solidFill>
                          <a:latin typeface="+mn-lt"/>
                          <a:ea typeface="+mn-ea"/>
                          <a:cs typeface="+mn-cs"/>
                        </a:rPr>
                        <a:t>Copia de un repositorio para modificarlo sin afectar al original (muy usado en proyectos open-</a:t>
                      </a:r>
                      <a:r>
                        <a:rPr lang="es-MX" sz="1800" b="1" kern="1200" dirty="0" err="1">
                          <a:solidFill>
                            <a:schemeClr val="tx1"/>
                          </a:solidFill>
                          <a:latin typeface="+mn-lt"/>
                          <a:ea typeface="+mn-ea"/>
                          <a:cs typeface="+mn-cs"/>
                        </a:rPr>
                        <a:t>source</a:t>
                      </a:r>
                      <a:r>
                        <a:rPr lang="es-MX" sz="1800" b="1" kern="1200" dirty="0">
                          <a:solidFill>
                            <a:schemeClr val="tx1"/>
                          </a:solidFill>
                          <a:latin typeface="+mn-lt"/>
                          <a:ea typeface="+mn-ea"/>
                          <a:cs typeface="+mn-cs"/>
                        </a:rPr>
                        <a:t>).</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72822416"/>
                  </a:ext>
                </a:extLst>
              </a:tr>
              <a:tr h="505959">
                <a:tc>
                  <a:txBody>
                    <a:bodyPr/>
                    <a:lstStyle/>
                    <a:p>
                      <a:pPr marL="0" algn="ctr" defTabSz="914400" rtl="0" eaLnBrk="1" latinLnBrk="0" hangingPunct="1"/>
                      <a:r>
                        <a:rPr lang="es-AR" sz="1800" b="1" kern="1200" dirty="0">
                          <a:solidFill>
                            <a:schemeClr val="tx1"/>
                          </a:solidFill>
                          <a:latin typeface="+mn-lt"/>
                          <a:ea typeface="+mn-ea"/>
                          <a:cs typeface="+mn-cs"/>
                        </a:rPr>
                        <a:t>Issues</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just" defTabSz="914400" rtl="0" eaLnBrk="1" latinLnBrk="0" hangingPunct="1"/>
                      <a:r>
                        <a:rPr lang="es-AR" sz="1800" b="1" kern="1200" dirty="0">
                          <a:solidFill>
                            <a:schemeClr val="tx1"/>
                          </a:solidFill>
                          <a:latin typeface="+mn-lt"/>
                          <a:ea typeface="+mn-ea"/>
                          <a:cs typeface="+mn-cs"/>
                        </a:rPr>
                        <a:t>Sistema de tickets para reportar errores, sugerencias o tareas.</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00674988"/>
                  </a:ext>
                </a:extLst>
              </a:tr>
              <a:tr h="505959">
                <a:tc>
                  <a:txBody>
                    <a:bodyPr/>
                    <a:lstStyle/>
                    <a:p>
                      <a:pPr marL="0" algn="ctr" defTabSz="914400" rtl="0" eaLnBrk="1" latinLnBrk="0" hangingPunct="1"/>
                      <a:r>
                        <a:rPr lang="es-AR" sz="1800" b="1" kern="1200" dirty="0" err="1">
                          <a:solidFill>
                            <a:schemeClr val="tx1"/>
                          </a:solidFill>
                          <a:latin typeface="+mn-lt"/>
                          <a:ea typeface="+mn-ea"/>
                          <a:cs typeface="+mn-cs"/>
                        </a:rPr>
                        <a:t>Actions</a:t>
                      </a:r>
                      <a:endParaRPr lang="es-AR" sz="1800" b="1" kern="1200" dirty="0">
                        <a:solidFill>
                          <a:schemeClr val="tx1"/>
                        </a:solidFill>
                        <a:latin typeface="+mn-lt"/>
                        <a:ea typeface="+mn-ea"/>
                        <a:cs typeface="+mn-cs"/>
                      </a:endParaRP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just" defTabSz="914400" rtl="0" eaLnBrk="1" latinLnBrk="0" hangingPunct="1"/>
                      <a:r>
                        <a:rPr lang="es-MX" sz="1800" b="1" kern="1200" dirty="0">
                          <a:solidFill>
                            <a:schemeClr val="tx1"/>
                          </a:solidFill>
                          <a:latin typeface="+mn-lt"/>
                          <a:ea typeface="+mn-ea"/>
                          <a:cs typeface="+mn-cs"/>
                        </a:rPr>
                        <a:t>Automatización de tareas como pruebas, compilación, despliegue (CI/CD).</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88670393"/>
                  </a:ext>
                </a:extLst>
              </a:tr>
              <a:tr h="505959">
                <a:tc>
                  <a:txBody>
                    <a:bodyPr/>
                    <a:lstStyle/>
                    <a:p>
                      <a:pPr marL="0" algn="ctr" defTabSz="914400" rtl="0" eaLnBrk="1" latinLnBrk="0" hangingPunct="1"/>
                      <a:r>
                        <a:rPr lang="es-AR" sz="1800" b="1" kern="1200">
                          <a:solidFill>
                            <a:schemeClr val="tx1"/>
                          </a:solidFill>
                          <a:latin typeface="+mn-lt"/>
                          <a:ea typeface="+mn-ea"/>
                          <a:cs typeface="+mn-cs"/>
                        </a:rPr>
                        <a:t>README.md</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just" defTabSz="914400" rtl="0" eaLnBrk="1" latinLnBrk="0" hangingPunct="1"/>
                      <a:r>
                        <a:rPr lang="es-MX" sz="1800" b="1" kern="1200" dirty="0">
                          <a:solidFill>
                            <a:schemeClr val="tx1"/>
                          </a:solidFill>
                          <a:latin typeface="+mn-lt"/>
                          <a:ea typeface="+mn-ea"/>
                          <a:cs typeface="+mn-cs"/>
                        </a:rPr>
                        <a:t>Archivo de texto en </a:t>
                      </a:r>
                      <a:r>
                        <a:rPr lang="es-MX" sz="1800" b="1" kern="1200" dirty="0" err="1">
                          <a:solidFill>
                            <a:schemeClr val="tx1"/>
                          </a:solidFill>
                          <a:latin typeface="+mn-lt"/>
                          <a:ea typeface="+mn-ea"/>
                          <a:cs typeface="+mn-cs"/>
                        </a:rPr>
                        <a:t>Markdown</a:t>
                      </a:r>
                      <a:r>
                        <a:rPr lang="es-MX" sz="1800" b="1" kern="1200" dirty="0">
                          <a:solidFill>
                            <a:schemeClr val="tx1"/>
                          </a:solidFill>
                          <a:latin typeface="+mn-lt"/>
                          <a:ea typeface="+mn-ea"/>
                          <a:cs typeface="+mn-cs"/>
                        </a:rPr>
                        <a:t> que describe el proyecto.</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8176420"/>
                  </a:ext>
                </a:extLst>
              </a:tr>
              <a:tr h="505959">
                <a:tc>
                  <a:txBody>
                    <a:bodyPr/>
                    <a:lstStyle/>
                    <a:p>
                      <a:pPr marL="0" algn="ctr" defTabSz="914400" rtl="0" eaLnBrk="1" latinLnBrk="0" hangingPunct="1"/>
                      <a:r>
                        <a:rPr lang="es-AR" sz="1800" b="1" kern="1200" dirty="0">
                          <a:solidFill>
                            <a:schemeClr val="tx1"/>
                          </a:solidFill>
                          <a:latin typeface="+mn-lt"/>
                          <a:ea typeface="+mn-ea"/>
                          <a:cs typeface="+mn-cs"/>
                        </a:rPr>
                        <a:t>.</a:t>
                      </a:r>
                      <a:r>
                        <a:rPr lang="es-AR" sz="1800" b="1" kern="1200" dirty="0" err="1">
                          <a:solidFill>
                            <a:schemeClr val="tx1"/>
                          </a:solidFill>
                          <a:latin typeface="+mn-lt"/>
                          <a:ea typeface="+mn-ea"/>
                          <a:cs typeface="+mn-cs"/>
                        </a:rPr>
                        <a:t>gitignore</a:t>
                      </a:r>
                      <a:endParaRPr lang="es-AR" sz="1800" b="1" kern="1200" dirty="0">
                        <a:solidFill>
                          <a:schemeClr val="tx1"/>
                        </a:solidFill>
                        <a:latin typeface="+mn-lt"/>
                        <a:ea typeface="+mn-ea"/>
                        <a:cs typeface="+mn-cs"/>
                      </a:endParaRP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tc>
                  <a:txBody>
                    <a:bodyPr/>
                    <a:lstStyle/>
                    <a:p>
                      <a:pPr marL="0" algn="just" defTabSz="914400" rtl="0" eaLnBrk="1" latinLnBrk="0" hangingPunct="1"/>
                      <a:r>
                        <a:rPr lang="es-MX" sz="1800" b="1" kern="1200" dirty="0">
                          <a:solidFill>
                            <a:schemeClr val="tx1"/>
                          </a:solidFill>
                          <a:latin typeface="+mn-lt"/>
                          <a:ea typeface="+mn-ea"/>
                          <a:cs typeface="+mn-cs"/>
                        </a:rPr>
                        <a:t>Archivo que indica a Git qué archivos o carpetas no debe rastrear.</a:t>
                      </a:r>
                    </a:p>
                  </a:txBody>
                  <a:tcPr marL="72280" marR="72280" marT="36140" marB="36140" anchor="ctr">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9843575"/>
                  </a:ext>
                </a:extLst>
              </a:tr>
            </a:tbl>
          </a:graphicData>
        </a:graphic>
      </p:graphicFrame>
    </p:spTree>
    <p:extLst>
      <p:ext uri="{BB962C8B-B14F-4D97-AF65-F5344CB8AC3E}">
        <p14:creationId xmlns:p14="http://schemas.microsoft.com/office/powerpoint/2010/main" val="2337745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p:cNvSpPr>
            <a:spLocks noGrp="1"/>
          </p:cNvSpPr>
          <p:nvPr>
            <p:ph type="title"/>
          </p:nvPr>
        </p:nvSpPr>
        <p:spPr>
          <a:xfrm>
            <a:off x="1141411" y="93094"/>
            <a:ext cx="9905998" cy="1478570"/>
          </a:xfrm>
        </p:spPr>
        <p:txBody>
          <a:bodyPr>
            <a:normAutofit/>
          </a:bodyPr>
          <a:lstStyle/>
          <a:p>
            <a:pPr algn="ctr"/>
            <a:r>
              <a:rPr lang="es-MX" dirty="0"/>
              <a:t>Comandos básicos de GIT</a:t>
            </a:r>
            <a:endParaRPr lang="es-AR" dirty="0"/>
          </a:p>
        </p:txBody>
      </p:sp>
      <p:graphicFrame>
        <p:nvGraphicFramePr>
          <p:cNvPr id="5" name="Marcador de contenido 2">
            <a:extLst>
              <a:ext uri="{FF2B5EF4-FFF2-40B4-BE49-F238E27FC236}">
                <a16:creationId xmlns:a16="http://schemas.microsoft.com/office/drawing/2014/main" id="{4B99940F-C2BC-C23A-CBB6-D71D197681B0}"/>
              </a:ext>
            </a:extLst>
          </p:cNvPr>
          <p:cNvGraphicFramePr>
            <a:graphicFrameLocks noGrp="1"/>
          </p:cNvGraphicFramePr>
          <p:nvPr>
            <p:ph idx="1"/>
            <p:extLst>
              <p:ext uri="{D42A27DB-BD31-4B8C-83A1-F6EECF244321}">
                <p14:modId xmlns:p14="http://schemas.microsoft.com/office/powerpoint/2010/main" val="1084262297"/>
              </p:ext>
            </p:extLst>
          </p:nvPr>
        </p:nvGraphicFramePr>
        <p:xfrm>
          <a:off x="748185" y="1664758"/>
          <a:ext cx="1069244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41877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5">
                                            <p:graphicEl>
                                              <a:dgm id="{3ED70646-A62A-4B8D-A902-FF69DA0AC039}"/>
                                            </p:graphicEl>
                                          </p:spTgt>
                                        </p:tgtEl>
                                        <p:attrNameLst>
                                          <p:attrName>style.visibility</p:attrName>
                                        </p:attrNameLst>
                                      </p:cBhvr>
                                      <p:to>
                                        <p:strVal val="visible"/>
                                      </p:to>
                                    </p:set>
                                    <p:animEffect transition="in" filter="fade">
                                      <p:cBhvr>
                                        <p:cTn id="7" dur="1000"/>
                                        <p:tgtEl>
                                          <p:spTgt spid="5">
                                            <p:graphicEl>
                                              <a:dgm id="{3ED70646-A62A-4B8D-A902-FF69DA0AC039}"/>
                                            </p:graphicEl>
                                          </p:spTgt>
                                        </p:tgtEl>
                                      </p:cBhvr>
                                    </p:animEffect>
                                    <p:anim calcmode="lin" valueType="num">
                                      <p:cBhvr>
                                        <p:cTn id="8" dur="1000" fill="hold"/>
                                        <p:tgtEl>
                                          <p:spTgt spid="5">
                                            <p:graphicEl>
                                              <a:dgm id="{3ED70646-A62A-4B8D-A902-FF69DA0AC039}"/>
                                            </p:graphicEl>
                                          </p:spTgt>
                                        </p:tgtEl>
                                        <p:attrNameLst>
                                          <p:attrName>ppt_x</p:attrName>
                                        </p:attrNameLst>
                                      </p:cBhvr>
                                      <p:tavLst>
                                        <p:tav tm="0">
                                          <p:val>
                                            <p:strVal val="#ppt_x"/>
                                          </p:val>
                                        </p:tav>
                                        <p:tav tm="100000">
                                          <p:val>
                                            <p:strVal val="#ppt_x"/>
                                          </p:val>
                                        </p:tav>
                                      </p:tavLst>
                                    </p:anim>
                                    <p:anim calcmode="lin" valueType="num">
                                      <p:cBhvr>
                                        <p:cTn id="9" dur="1000" fill="hold"/>
                                        <p:tgtEl>
                                          <p:spTgt spid="5">
                                            <p:graphicEl>
                                              <a:dgm id="{3ED70646-A62A-4B8D-A902-FF69DA0AC039}"/>
                                            </p:graphic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5">
                                            <p:graphicEl>
                                              <a:dgm id="{CCEB8DBF-D8C1-4239-9C77-DFCBD60DEBB9}"/>
                                            </p:graphicEl>
                                          </p:spTgt>
                                        </p:tgtEl>
                                        <p:attrNameLst>
                                          <p:attrName>style.visibility</p:attrName>
                                        </p:attrNameLst>
                                      </p:cBhvr>
                                      <p:to>
                                        <p:strVal val="visible"/>
                                      </p:to>
                                    </p:set>
                                    <p:animEffect transition="in" filter="fade">
                                      <p:cBhvr>
                                        <p:cTn id="13" dur="1000"/>
                                        <p:tgtEl>
                                          <p:spTgt spid="5">
                                            <p:graphicEl>
                                              <a:dgm id="{CCEB8DBF-D8C1-4239-9C77-DFCBD60DEBB9}"/>
                                            </p:graphicEl>
                                          </p:spTgt>
                                        </p:tgtEl>
                                      </p:cBhvr>
                                    </p:animEffect>
                                    <p:anim calcmode="lin" valueType="num">
                                      <p:cBhvr>
                                        <p:cTn id="14" dur="1000" fill="hold"/>
                                        <p:tgtEl>
                                          <p:spTgt spid="5">
                                            <p:graphicEl>
                                              <a:dgm id="{CCEB8DBF-D8C1-4239-9C77-DFCBD60DEBB9}"/>
                                            </p:graphicEl>
                                          </p:spTgt>
                                        </p:tgtEl>
                                        <p:attrNameLst>
                                          <p:attrName>ppt_x</p:attrName>
                                        </p:attrNameLst>
                                      </p:cBhvr>
                                      <p:tavLst>
                                        <p:tav tm="0">
                                          <p:val>
                                            <p:strVal val="#ppt_x"/>
                                          </p:val>
                                        </p:tav>
                                        <p:tav tm="100000">
                                          <p:val>
                                            <p:strVal val="#ppt_x"/>
                                          </p:val>
                                        </p:tav>
                                      </p:tavLst>
                                    </p:anim>
                                    <p:anim calcmode="lin" valueType="num">
                                      <p:cBhvr>
                                        <p:cTn id="15" dur="1000" fill="hold"/>
                                        <p:tgtEl>
                                          <p:spTgt spid="5">
                                            <p:graphicEl>
                                              <a:dgm id="{CCEB8DBF-D8C1-4239-9C77-DFCBD60DEBB9}"/>
                                            </p:graphicEl>
                                          </p:spTgt>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grpId="0" nodeType="afterEffect">
                                  <p:stCondLst>
                                    <p:cond delay="0"/>
                                  </p:stCondLst>
                                  <p:childTnLst>
                                    <p:set>
                                      <p:cBhvr>
                                        <p:cTn id="18" dur="1" fill="hold">
                                          <p:stCondLst>
                                            <p:cond delay="0"/>
                                          </p:stCondLst>
                                        </p:cTn>
                                        <p:tgtEl>
                                          <p:spTgt spid="5">
                                            <p:graphicEl>
                                              <a:dgm id="{CD87CED8-B23C-4F15-AEC1-79B0B92E4740}"/>
                                            </p:graphicEl>
                                          </p:spTgt>
                                        </p:tgtEl>
                                        <p:attrNameLst>
                                          <p:attrName>style.visibility</p:attrName>
                                        </p:attrNameLst>
                                      </p:cBhvr>
                                      <p:to>
                                        <p:strVal val="visible"/>
                                      </p:to>
                                    </p:set>
                                    <p:animEffect transition="in" filter="fade">
                                      <p:cBhvr>
                                        <p:cTn id="19" dur="1000"/>
                                        <p:tgtEl>
                                          <p:spTgt spid="5">
                                            <p:graphicEl>
                                              <a:dgm id="{CD87CED8-B23C-4F15-AEC1-79B0B92E4740}"/>
                                            </p:graphicEl>
                                          </p:spTgt>
                                        </p:tgtEl>
                                      </p:cBhvr>
                                    </p:animEffect>
                                    <p:anim calcmode="lin" valueType="num">
                                      <p:cBhvr>
                                        <p:cTn id="20" dur="1000" fill="hold"/>
                                        <p:tgtEl>
                                          <p:spTgt spid="5">
                                            <p:graphicEl>
                                              <a:dgm id="{CD87CED8-B23C-4F15-AEC1-79B0B92E4740}"/>
                                            </p:graphicEl>
                                          </p:spTgt>
                                        </p:tgtEl>
                                        <p:attrNameLst>
                                          <p:attrName>ppt_x</p:attrName>
                                        </p:attrNameLst>
                                      </p:cBhvr>
                                      <p:tavLst>
                                        <p:tav tm="0">
                                          <p:val>
                                            <p:strVal val="#ppt_x"/>
                                          </p:val>
                                        </p:tav>
                                        <p:tav tm="100000">
                                          <p:val>
                                            <p:strVal val="#ppt_x"/>
                                          </p:val>
                                        </p:tav>
                                      </p:tavLst>
                                    </p:anim>
                                    <p:anim calcmode="lin" valueType="num">
                                      <p:cBhvr>
                                        <p:cTn id="21" dur="1000" fill="hold"/>
                                        <p:tgtEl>
                                          <p:spTgt spid="5">
                                            <p:graphicEl>
                                              <a:dgm id="{CD87CED8-B23C-4F15-AEC1-79B0B92E4740}"/>
                                            </p:graphicEl>
                                          </p:spTgt>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grpId="0" nodeType="afterEffect">
                                  <p:stCondLst>
                                    <p:cond delay="0"/>
                                  </p:stCondLst>
                                  <p:childTnLst>
                                    <p:set>
                                      <p:cBhvr>
                                        <p:cTn id="24" dur="1" fill="hold">
                                          <p:stCondLst>
                                            <p:cond delay="0"/>
                                          </p:stCondLst>
                                        </p:cTn>
                                        <p:tgtEl>
                                          <p:spTgt spid="5">
                                            <p:graphicEl>
                                              <a:dgm id="{ED5D29CF-94C2-463C-908A-AAEEE985BD1B}"/>
                                            </p:graphicEl>
                                          </p:spTgt>
                                        </p:tgtEl>
                                        <p:attrNameLst>
                                          <p:attrName>style.visibility</p:attrName>
                                        </p:attrNameLst>
                                      </p:cBhvr>
                                      <p:to>
                                        <p:strVal val="visible"/>
                                      </p:to>
                                    </p:set>
                                    <p:animEffect transition="in" filter="fade">
                                      <p:cBhvr>
                                        <p:cTn id="25" dur="1000"/>
                                        <p:tgtEl>
                                          <p:spTgt spid="5">
                                            <p:graphicEl>
                                              <a:dgm id="{ED5D29CF-94C2-463C-908A-AAEEE985BD1B}"/>
                                            </p:graphicEl>
                                          </p:spTgt>
                                        </p:tgtEl>
                                      </p:cBhvr>
                                    </p:animEffect>
                                    <p:anim calcmode="lin" valueType="num">
                                      <p:cBhvr>
                                        <p:cTn id="26" dur="1000" fill="hold"/>
                                        <p:tgtEl>
                                          <p:spTgt spid="5">
                                            <p:graphicEl>
                                              <a:dgm id="{ED5D29CF-94C2-463C-908A-AAEEE985BD1B}"/>
                                            </p:graphicEl>
                                          </p:spTgt>
                                        </p:tgtEl>
                                        <p:attrNameLst>
                                          <p:attrName>ppt_x</p:attrName>
                                        </p:attrNameLst>
                                      </p:cBhvr>
                                      <p:tavLst>
                                        <p:tav tm="0">
                                          <p:val>
                                            <p:strVal val="#ppt_x"/>
                                          </p:val>
                                        </p:tav>
                                        <p:tav tm="100000">
                                          <p:val>
                                            <p:strVal val="#ppt_x"/>
                                          </p:val>
                                        </p:tav>
                                      </p:tavLst>
                                    </p:anim>
                                    <p:anim calcmode="lin" valueType="num">
                                      <p:cBhvr>
                                        <p:cTn id="27" dur="1000" fill="hold"/>
                                        <p:tgtEl>
                                          <p:spTgt spid="5">
                                            <p:graphicEl>
                                              <a:dgm id="{ED5D29CF-94C2-463C-908A-AAEEE985BD1B}"/>
                                            </p:graphicEl>
                                          </p:spTgt>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grpId="0" nodeType="afterEffect">
                                  <p:stCondLst>
                                    <p:cond delay="0"/>
                                  </p:stCondLst>
                                  <p:childTnLst>
                                    <p:set>
                                      <p:cBhvr>
                                        <p:cTn id="30" dur="1" fill="hold">
                                          <p:stCondLst>
                                            <p:cond delay="0"/>
                                          </p:stCondLst>
                                        </p:cTn>
                                        <p:tgtEl>
                                          <p:spTgt spid="5">
                                            <p:graphicEl>
                                              <a:dgm id="{4B6059A1-BE36-4BC6-BEFA-580BDBD9E190}"/>
                                            </p:graphicEl>
                                          </p:spTgt>
                                        </p:tgtEl>
                                        <p:attrNameLst>
                                          <p:attrName>style.visibility</p:attrName>
                                        </p:attrNameLst>
                                      </p:cBhvr>
                                      <p:to>
                                        <p:strVal val="visible"/>
                                      </p:to>
                                    </p:set>
                                    <p:animEffect transition="in" filter="fade">
                                      <p:cBhvr>
                                        <p:cTn id="31" dur="1000"/>
                                        <p:tgtEl>
                                          <p:spTgt spid="5">
                                            <p:graphicEl>
                                              <a:dgm id="{4B6059A1-BE36-4BC6-BEFA-580BDBD9E190}"/>
                                            </p:graphicEl>
                                          </p:spTgt>
                                        </p:tgtEl>
                                      </p:cBhvr>
                                    </p:animEffect>
                                    <p:anim calcmode="lin" valueType="num">
                                      <p:cBhvr>
                                        <p:cTn id="32" dur="1000" fill="hold"/>
                                        <p:tgtEl>
                                          <p:spTgt spid="5">
                                            <p:graphicEl>
                                              <a:dgm id="{4B6059A1-BE36-4BC6-BEFA-580BDBD9E190}"/>
                                            </p:graphicEl>
                                          </p:spTgt>
                                        </p:tgtEl>
                                        <p:attrNameLst>
                                          <p:attrName>ppt_x</p:attrName>
                                        </p:attrNameLst>
                                      </p:cBhvr>
                                      <p:tavLst>
                                        <p:tav tm="0">
                                          <p:val>
                                            <p:strVal val="#ppt_x"/>
                                          </p:val>
                                        </p:tav>
                                        <p:tav tm="100000">
                                          <p:val>
                                            <p:strVal val="#ppt_x"/>
                                          </p:val>
                                        </p:tav>
                                      </p:tavLst>
                                    </p:anim>
                                    <p:anim calcmode="lin" valueType="num">
                                      <p:cBhvr>
                                        <p:cTn id="33" dur="1000" fill="hold"/>
                                        <p:tgtEl>
                                          <p:spTgt spid="5">
                                            <p:graphicEl>
                                              <a:dgm id="{4B6059A1-BE36-4BC6-BEFA-580BDBD9E190}"/>
                                            </p:graphicEl>
                                          </p:spTgt>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grpId="0" nodeType="afterEffect">
                                  <p:stCondLst>
                                    <p:cond delay="0"/>
                                  </p:stCondLst>
                                  <p:childTnLst>
                                    <p:set>
                                      <p:cBhvr>
                                        <p:cTn id="36" dur="1" fill="hold">
                                          <p:stCondLst>
                                            <p:cond delay="0"/>
                                          </p:stCondLst>
                                        </p:cTn>
                                        <p:tgtEl>
                                          <p:spTgt spid="5">
                                            <p:graphicEl>
                                              <a:dgm id="{EADD7D3A-1A00-4991-9C80-F446B90B4B35}"/>
                                            </p:graphicEl>
                                          </p:spTgt>
                                        </p:tgtEl>
                                        <p:attrNameLst>
                                          <p:attrName>style.visibility</p:attrName>
                                        </p:attrNameLst>
                                      </p:cBhvr>
                                      <p:to>
                                        <p:strVal val="visible"/>
                                      </p:to>
                                    </p:set>
                                    <p:animEffect transition="in" filter="fade">
                                      <p:cBhvr>
                                        <p:cTn id="37" dur="1000"/>
                                        <p:tgtEl>
                                          <p:spTgt spid="5">
                                            <p:graphicEl>
                                              <a:dgm id="{EADD7D3A-1A00-4991-9C80-F446B90B4B35}"/>
                                            </p:graphicEl>
                                          </p:spTgt>
                                        </p:tgtEl>
                                      </p:cBhvr>
                                    </p:animEffect>
                                    <p:anim calcmode="lin" valueType="num">
                                      <p:cBhvr>
                                        <p:cTn id="38" dur="1000" fill="hold"/>
                                        <p:tgtEl>
                                          <p:spTgt spid="5">
                                            <p:graphicEl>
                                              <a:dgm id="{EADD7D3A-1A00-4991-9C80-F446B90B4B35}"/>
                                            </p:graphicEl>
                                          </p:spTgt>
                                        </p:tgtEl>
                                        <p:attrNameLst>
                                          <p:attrName>ppt_x</p:attrName>
                                        </p:attrNameLst>
                                      </p:cBhvr>
                                      <p:tavLst>
                                        <p:tav tm="0">
                                          <p:val>
                                            <p:strVal val="#ppt_x"/>
                                          </p:val>
                                        </p:tav>
                                        <p:tav tm="100000">
                                          <p:val>
                                            <p:strVal val="#ppt_x"/>
                                          </p:val>
                                        </p:tav>
                                      </p:tavLst>
                                    </p:anim>
                                    <p:anim calcmode="lin" valueType="num">
                                      <p:cBhvr>
                                        <p:cTn id="39" dur="1000" fill="hold"/>
                                        <p:tgtEl>
                                          <p:spTgt spid="5">
                                            <p:graphicEl>
                                              <a:dgm id="{EADD7D3A-1A00-4991-9C80-F446B90B4B35}"/>
                                            </p:graphicEl>
                                          </p:spTgt>
                                        </p:tgtEl>
                                        <p:attrNameLst>
                                          <p:attrName>ppt_y</p:attrName>
                                        </p:attrNameLst>
                                      </p:cBhvr>
                                      <p:tavLst>
                                        <p:tav tm="0">
                                          <p:val>
                                            <p:strVal val="#ppt_y+.1"/>
                                          </p:val>
                                        </p:tav>
                                        <p:tav tm="100000">
                                          <p:val>
                                            <p:strVal val="#ppt_y"/>
                                          </p:val>
                                        </p:tav>
                                      </p:tavLst>
                                    </p:anim>
                                  </p:childTnLst>
                                </p:cTn>
                              </p:par>
                            </p:childTnLst>
                          </p:cTn>
                        </p:par>
                        <p:par>
                          <p:cTn id="40" fill="hold">
                            <p:stCondLst>
                              <p:cond delay="6000"/>
                            </p:stCondLst>
                            <p:childTnLst>
                              <p:par>
                                <p:cTn id="41" presetID="42" presetClass="entr" presetSubtype="0" fill="hold" grpId="0" nodeType="afterEffect">
                                  <p:stCondLst>
                                    <p:cond delay="0"/>
                                  </p:stCondLst>
                                  <p:childTnLst>
                                    <p:set>
                                      <p:cBhvr>
                                        <p:cTn id="42" dur="1" fill="hold">
                                          <p:stCondLst>
                                            <p:cond delay="0"/>
                                          </p:stCondLst>
                                        </p:cTn>
                                        <p:tgtEl>
                                          <p:spTgt spid="5">
                                            <p:graphicEl>
                                              <a:dgm id="{2E78F892-CDD3-4B1B-A7C2-5F41331DED7A}"/>
                                            </p:graphicEl>
                                          </p:spTgt>
                                        </p:tgtEl>
                                        <p:attrNameLst>
                                          <p:attrName>style.visibility</p:attrName>
                                        </p:attrNameLst>
                                      </p:cBhvr>
                                      <p:to>
                                        <p:strVal val="visible"/>
                                      </p:to>
                                    </p:set>
                                    <p:animEffect transition="in" filter="fade">
                                      <p:cBhvr>
                                        <p:cTn id="43" dur="1000"/>
                                        <p:tgtEl>
                                          <p:spTgt spid="5">
                                            <p:graphicEl>
                                              <a:dgm id="{2E78F892-CDD3-4B1B-A7C2-5F41331DED7A}"/>
                                            </p:graphicEl>
                                          </p:spTgt>
                                        </p:tgtEl>
                                      </p:cBhvr>
                                    </p:animEffect>
                                    <p:anim calcmode="lin" valueType="num">
                                      <p:cBhvr>
                                        <p:cTn id="44" dur="1000" fill="hold"/>
                                        <p:tgtEl>
                                          <p:spTgt spid="5">
                                            <p:graphicEl>
                                              <a:dgm id="{2E78F892-CDD3-4B1B-A7C2-5F41331DED7A}"/>
                                            </p:graphicEl>
                                          </p:spTgt>
                                        </p:tgtEl>
                                        <p:attrNameLst>
                                          <p:attrName>ppt_x</p:attrName>
                                        </p:attrNameLst>
                                      </p:cBhvr>
                                      <p:tavLst>
                                        <p:tav tm="0">
                                          <p:val>
                                            <p:strVal val="#ppt_x"/>
                                          </p:val>
                                        </p:tav>
                                        <p:tav tm="100000">
                                          <p:val>
                                            <p:strVal val="#ppt_x"/>
                                          </p:val>
                                        </p:tav>
                                      </p:tavLst>
                                    </p:anim>
                                    <p:anim calcmode="lin" valueType="num">
                                      <p:cBhvr>
                                        <p:cTn id="45" dur="1000" fill="hold"/>
                                        <p:tgtEl>
                                          <p:spTgt spid="5">
                                            <p:graphicEl>
                                              <a:dgm id="{2E78F892-CDD3-4B1B-A7C2-5F41331DED7A}"/>
                                            </p:graphicEl>
                                          </p:spTgt>
                                        </p:tgtEl>
                                        <p:attrNameLst>
                                          <p:attrName>ppt_y</p:attrName>
                                        </p:attrNameLst>
                                      </p:cBhvr>
                                      <p:tavLst>
                                        <p:tav tm="0">
                                          <p:val>
                                            <p:strVal val="#ppt_y+.1"/>
                                          </p:val>
                                        </p:tav>
                                        <p:tav tm="100000">
                                          <p:val>
                                            <p:strVal val="#ppt_y"/>
                                          </p:val>
                                        </p:tav>
                                      </p:tavLst>
                                    </p:anim>
                                  </p:childTnLst>
                                </p:cTn>
                              </p:par>
                            </p:childTnLst>
                          </p:cTn>
                        </p:par>
                        <p:par>
                          <p:cTn id="46" fill="hold">
                            <p:stCondLst>
                              <p:cond delay="7000"/>
                            </p:stCondLst>
                            <p:childTnLst>
                              <p:par>
                                <p:cTn id="47" presetID="42" presetClass="entr" presetSubtype="0" fill="hold" grpId="0" nodeType="afterEffect">
                                  <p:stCondLst>
                                    <p:cond delay="0"/>
                                  </p:stCondLst>
                                  <p:childTnLst>
                                    <p:set>
                                      <p:cBhvr>
                                        <p:cTn id="48" dur="1" fill="hold">
                                          <p:stCondLst>
                                            <p:cond delay="0"/>
                                          </p:stCondLst>
                                        </p:cTn>
                                        <p:tgtEl>
                                          <p:spTgt spid="5">
                                            <p:graphicEl>
                                              <a:dgm id="{84077401-4AAA-42DB-B843-17A2873BE9A1}"/>
                                            </p:graphicEl>
                                          </p:spTgt>
                                        </p:tgtEl>
                                        <p:attrNameLst>
                                          <p:attrName>style.visibility</p:attrName>
                                        </p:attrNameLst>
                                      </p:cBhvr>
                                      <p:to>
                                        <p:strVal val="visible"/>
                                      </p:to>
                                    </p:set>
                                    <p:animEffect transition="in" filter="fade">
                                      <p:cBhvr>
                                        <p:cTn id="49" dur="1000"/>
                                        <p:tgtEl>
                                          <p:spTgt spid="5">
                                            <p:graphicEl>
                                              <a:dgm id="{84077401-4AAA-42DB-B843-17A2873BE9A1}"/>
                                            </p:graphicEl>
                                          </p:spTgt>
                                        </p:tgtEl>
                                      </p:cBhvr>
                                    </p:animEffect>
                                    <p:anim calcmode="lin" valueType="num">
                                      <p:cBhvr>
                                        <p:cTn id="50" dur="1000" fill="hold"/>
                                        <p:tgtEl>
                                          <p:spTgt spid="5">
                                            <p:graphicEl>
                                              <a:dgm id="{84077401-4AAA-42DB-B843-17A2873BE9A1}"/>
                                            </p:graphicEl>
                                          </p:spTgt>
                                        </p:tgtEl>
                                        <p:attrNameLst>
                                          <p:attrName>ppt_x</p:attrName>
                                        </p:attrNameLst>
                                      </p:cBhvr>
                                      <p:tavLst>
                                        <p:tav tm="0">
                                          <p:val>
                                            <p:strVal val="#ppt_x"/>
                                          </p:val>
                                        </p:tav>
                                        <p:tav tm="100000">
                                          <p:val>
                                            <p:strVal val="#ppt_x"/>
                                          </p:val>
                                        </p:tav>
                                      </p:tavLst>
                                    </p:anim>
                                    <p:anim calcmode="lin" valueType="num">
                                      <p:cBhvr>
                                        <p:cTn id="51" dur="1000" fill="hold"/>
                                        <p:tgtEl>
                                          <p:spTgt spid="5">
                                            <p:graphicEl>
                                              <a:dgm id="{84077401-4AAA-42DB-B843-17A2873BE9A1}"/>
                                            </p:graphicEl>
                                          </p:spTgt>
                                        </p:tgtEl>
                                        <p:attrNameLst>
                                          <p:attrName>ppt_y</p:attrName>
                                        </p:attrNameLst>
                                      </p:cBhvr>
                                      <p:tavLst>
                                        <p:tav tm="0">
                                          <p:val>
                                            <p:strVal val="#ppt_y+.1"/>
                                          </p:val>
                                        </p:tav>
                                        <p:tav tm="100000">
                                          <p:val>
                                            <p:strVal val="#ppt_y"/>
                                          </p:val>
                                        </p:tav>
                                      </p:tavLst>
                                    </p:anim>
                                  </p:childTnLst>
                                </p:cTn>
                              </p:par>
                            </p:childTnLst>
                          </p:cTn>
                        </p:par>
                        <p:par>
                          <p:cTn id="52" fill="hold">
                            <p:stCondLst>
                              <p:cond delay="8000"/>
                            </p:stCondLst>
                            <p:childTnLst>
                              <p:par>
                                <p:cTn id="53" presetID="42" presetClass="entr" presetSubtype="0" fill="hold" grpId="0" nodeType="afterEffect">
                                  <p:stCondLst>
                                    <p:cond delay="0"/>
                                  </p:stCondLst>
                                  <p:childTnLst>
                                    <p:set>
                                      <p:cBhvr>
                                        <p:cTn id="54" dur="1" fill="hold">
                                          <p:stCondLst>
                                            <p:cond delay="0"/>
                                          </p:stCondLst>
                                        </p:cTn>
                                        <p:tgtEl>
                                          <p:spTgt spid="5">
                                            <p:graphicEl>
                                              <a:dgm id="{CAD0CBB8-FD99-45AC-8D15-9F3DF5BB16A4}"/>
                                            </p:graphicEl>
                                          </p:spTgt>
                                        </p:tgtEl>
                                        <p:attrNameLst>
                                          <p:attrName>style.visibility</p:attrName>
                                        </p:attrNameLst>
                                      </p:cBhvr>
                                      <p:to>
                                        <p:strVal val="visible"/>
                                      </p:to>
                                    </p:set>
                                    <p:animEffect transition="in" filter="fade">
                                      <p:cBhvr>
                                        <p:cTn id="55" dur="1000"/>
                                        <p:tgtEl>
                                          <p:spTgt spid="5">
                                            <p:graphicEl>
                                              <a:dgm id="{CAD0CBB8-FD99-45AC-8D15-9F3DF5BB16A4}"/>
                                            </p:graphicEl>
                                          </p:spTgt>
                                        </p:tgtEl>
                                      </p:cBhvr>
                                    </p:animEffect>
                                    <p:anim calcmode="lin" valueType="num">
                                      <p:cBhvr>
                                        <p:cTn id="56" dur="1000" fill="hold"/>
                                        <p:tgtEl>
                                          <p:spTgt spid="5">
                                            <p:graphicEl>
                                              <a:dgm id="{CAD0CBB8-FD99-45AC-8D15-9F3DF5BB16A4}"/>
                                            </p:graphicEl>
                                          </p:spTgt>
                                        </p:tgtEl>
                                        <p:attrNameLst>
                                          <p:attrName>ppt_x</p:attrName>
                                        </p:attrNameLst>
                                      </p:cBhvr>
                                      <p:tavLst>
                                        <p:tav tm="0">
                                          <p:val>
                                            <p:strVal val="#ppt_x"/>
                                          </p:val>
                                        </p:tav>
                                        <p:tav tm="100000">
                                          <p:val>
                                            <p:strVal val="#ppt_x"/>
                                          </p:val>
                                        </p:tav>
                                      </p:tavLst>
                                    </p:anim>
                                    <p:anim calcmode="lin" valueType="num">
                                      <p:cBhvr>
                                        <p:cTn id="57" dur="1000" fill="hold"/>
                                        <p:tgtEl>
                                          <p:spTgt spid="5">
                                            <p:graphicEl>
                                              <a:dgm id="{CAD0CBB8-FD99-45AC-8D15-9F3DF5BB16A4}"/>
                                            </p:graphicEl>
                                          </p:spTgt>
                                        </p:tgtEl>
                                        <p:attrNameLst>
                                          <p:attrName>ppt_y</p:attrName>
                                        </p:attrNameLst>
                                      </p:cBhvr>
                                      <p:tavLst>
                                        <p:tav tm="0">
                                          <p:val>
                                            <p:strVal val="#ppt_y+.1"/>
                                          </p:val>
                                        </p:tav>
                                        <p:tav tm="100000">
                                          <p:val>
                                            <p:strVal val="#ppt_y"/>
                                          </p:val>
                                        </p:tav>
                                      </p:tavLst>
                                    </p:anim>
                                  </p:childTnLst>
                                </p:cTn>
                              </p:par>
                            </p:childTnLst>
                          </p:cTn>
                        </p:par>
                        <p:par>
                          <p:cTn id="58" fill="hold">
                            <p:stCondLst>
                              <p:cond delay="9000"/>
                            </p:stCondLst>
                            <p:childTnLst>
                              <p:par>
                                <p:cTn id="59" presetID="42" presetClass="entr" presetSubtype="0" fill="hold" grpId="0" nodeType="afterEffect">
                                  <p:stCondLst>
                                    <p:cond delay="0"/>
                                  </p:stCondLst>
                                  <p:childTnLst>
                                    <p:set>
                                      <p:cBhvr>
                                        <p:cTn id="60" dur="1" fill="hold">
                                          <p:stCondLst>
                                            <p:cond delay="0"/>
                                          </p:stCondLst>
                                        </p:cTn>
                                        <p:tgtEl>
                                          <p:spTgt spid="5">
                                            <p:graphicEl>
                                              <a:dgm id="{A8A06FBE-625C-487E-9FF1-00583CF48CF5}"/>
                                            </p:graphicEl>
                                          </p:spTgt>
                                        </p:tgtEl>
                                        <p:attrNameLst>
                                          <p:attrName>style.visibility</p:attrName>
                                        </p:attrNameLst>
                                      </p:cBhvr>
                                      <p:to>
                                        <p:strVal val="visible"/>
                                      </p:to>
                                    </p:set>
                                    <p:animEffect transition="in" filter="fade">
                                      <p:cBhvr>
                                        <p:cTn id="61" dur="1000"/>
                                        <p:tgtEl>
                                          <p:spTgt spid="5">
                                            <p:graphicEl>
                                              <a:dgm id="{A8A06FBE-625C-487E-9FF1-00583CF48CF5}"/>
                                            </p:graphicEl>
                                          </p:spTgt>
                                        </p:tgtEl>
                                      </p:cBhvr>
                                    </p:animEffect>
                                    <p:anim calcmode="lin" valueType="num">
                                      <p:cBhvr>
                                        <p:cTn id="62" dur="1000" fill="hold"/>
                                        <p:tgtEl>
                                          <p:spTgt spid="5">
                                            <p:graphicEl>
                                              <a:dgm id="{A8A06FBE-625C-487E-9FF1-00583CF48CF5}"/>
                                            </p:graphicEl>
                                          </p:spTgt>
                                        </p:tgtEl>
                                        <p:attrNameLst>
                                          <p:attrName>ppt_x</p:attrName>
                                        </p:attrNameLst>
                                      </p:cBhvr>
                                      <p:tavLst>
                                        <p:tav tm="0">
                                          <p:val>
                                            <p:strVal val="#ppt_x"/>
                                          </p:val>
                                        </p:tav>
                                        <p:tav tm="100000">
                                          <p:val>
                                            <p:strVal val="#ppt_x"/>
                                          </p:val>
                                        </p:tav>
                                      </p:tavLst>
                                    </p:anim>
                                    <p:anim calcmode="lin" valueType="num">
                                      <p:cBhvr>
                                        <p:cTn id="63" dur="1000" fill="hold"/>
                                        <p:tgtEl>
                                          <p:spTgt spid="5">
                                            <p:graphicEl>
                                              <a:dgm id="{A8A06FBE-625C-487E-9FF1-00583CF48CF5}"/>
                                            </p:graphicEl>
                                          </p:spTgt>
                                        </p:tgtEl>
                                        <p:attrNameLst>
                                          <p:attrName>ppt_y</p:attrName>
                                        </p:attrNameLst>
                                      </p:cBhvr>
                                      <p:tavLst>
                                        <p:tav tm="0">
                                          <p:val>
                                            <p:strVal val="#ppt_y+.1"/>
                                          </p:val>
                                        </p:tav>
                                        <p:tav tm="100000">
                                          <p:val>
                                            <p:strVal val="#ppt_y"/>
                                          </p:val>
                                        </p:tav>
                                      </p:tavLst>
                                    </p:anim>
                                  </p:childTnLst>
                                </p:cTn>
                              </p:par>
                            </p:childTnLst>
                          </p:cTn>
                        </p:par>
                        <p:par>
                          <p:cTn id="64" fill="hold">
                            <p:stCondLst>
                              <p:cond delay="10000"/>
                            </p:stCondLst>
                            <p:childTnLst>
                              <p:par>
                                <p:cTn id="65" presetID="42" presetClass="entr" presetSubtype="0" fill="hold" grpId="0" nodeType="afterEffect">
                                  <p:stCondLst>
                                    <p:cond delay="0"/>
                                  </p:stCondLst>
                                  <p:childTnLst>
                                    <p:set>
                                      <p:cBhvr>
                                        <p:cTn id="66" dur="1" fill="hold">
                                          <p:stCondLst>
                                            <p:cond delay="0"/>
                                          </p:stCondLst>
                                        </p:cTn>
                                        <p:tgtEl>
                                          <p:spTgt spid="5">
                                            <p:graphicEl>
                                              <a:dgm id="{7F7DC330-8574-42B9-A4EB-07B55F2D1E92}"/>
                                            </p:graphicEl>
                                          </p:spTgt>
                                        </p:tgtEl>
                                        <p:attrNameLst>
                                          <p:attrName>style.visibility</p:attrName>
                                        </p:attrNameLst>
                                      </p:cBhvr>
                                      <p:to>
                                        <p:strVal val="visible"/>
                                      </p:to>
                                    </p:set>
                                    <p:animEffect transition="in" filter="fade">
                                      <p:cBhvr>
                                        <p:cTn id="67" dur="1000"/>
                                        <p:tgtEl>
                                          <p:spTgt spid="5">
                                            <p:graphicEl>
                                              <a:dgm id="{7F7DC330-8574-42B9-A4EB-07B55F2D1E92}"/>
                                            </p:graphicEl>
                                          </p:spTgt>
                                        </p:tgtEl>
                                      </p:cBhvr>
                                    </p:animEffect>
                                    <p:anim calcmode="lin" valueType="num">
                                      <p:cBhvr>
                                        <p:cTn id="68" dur="1000" fill="hold"/>
                                        <p:tgtEl>
                                          <p:spTgt spid="5">
                                            <p:graphicEl>
                                              <a:dgm id="{7F7DC330-8574-42B9-A4EB-07B55F2D1E92}"/>
                                            </p:graphicEl>
                                          </p:spTgt>
                                        </p:tgtEl>
                                        <p:attrNameLst>
                                          <p:attrName>ppt_x</p:attrName>
                                        </p:attrNameLst>
                                      </p:cBhvr>
                                      <p:tavLst>
                                        <p:tav tm="0">
                                          <p:val>
                                            <p:strVal val="#ppt_x"/>
                                          </p:val>
                                        </p:tav>
                                        <p:tav tm="100000">
                                          <p:val>
                                            <p:strVal val="#ppt_x"/>
                                          </p:val>
                                        </p:tav>
                                      </p:tavLst>
                                    </p:anim>
                                    <p:anim calcmode="lin" valueType="num">
                                      <p:cBhvr>
                                        <p:cTn id="69" dur="1000" fill="hold"/>
                                        <p:tgtEl>
                                          <p:spTgt spid="5">
                                            <p:graphicEl>
                                              <a:dgm id="{7F7DC330-8574-42B9-A4EB-07B55F2D1E92}"/>
                                            </p:graphicEl>
                                          </p:spTgt>
                                        </p:tgtEl>
                                        <p:attrNameLst>
                                          <p:attrName>ppt_y</p:attrName>
                                        </p:attrNameLst>
                                      </p:cBhvr>
                                      <p:tavLst>
                                        <p:tav tm="0">
                                          <p:val>
                                            <p:strVal val="#ppt_y+.1"/>
                                          </p:val>
                                        </p:tav>
                                        <p:tav tm="100000">
                                          <p:val>
                                            <p:strVal val="#ppt_y"/>
                                          </p:val>
                                        </p:tav>
                                      </p:tavLst>
                                    </p:anim>
                                  </p:childTnLst>
                                </p:cTn>
                              </p:par>
                            </p:childTnLst>
                          </p:cTn>
                        </p:par>
                        <p:par>
                          <p:cTn id="70" fill="hold">
                            <p:stCondLst>
                              <p:cond delay="11000"/>
                            </p:stCondLst>
                            <p:childTnLst>
                              <p:par>
                                <p:cTn id="71" presetID="42" presetClass="entr" presetSubtype="0" fill="hold" grpId="0" nodeType="afterEffect">
                                  <p:stCondLst>
                                    <p:cond delay="0"/>
                                  </p:stCondLst>
                                  <p:childTnLst>
                                    <p:set>
                                      <p:cBhvr>
                                        <p:cTn id="72" dur="1" fill="hold">
                                          <p:stCondLst>
                                            <p:cond delay="0"/>
                                          </p:stCondLst>
                                        </p:cTn>
                                        <p:tgtEl>
                                          <p:spTgt spid="5">
                                            <p:graphicEl>
                                              <a:dgm id="{089A9743-2883-4913-BDD7-A7DDB40F661E}"/>
                                            </p:graphicEl>
                                          </p:spTgt>
                                        </p:tgtEl>
                                        <p:attrNameLst>
                                          <p:attrName>style.visibility</p:attrName>
                                        </p:attrNameLst>
                                      </p:cBhvr>
                                      <p:to>
                                        <p:strVal val="visible"/>
                                      </p:to>
                                    </p:set>
                                    <p:animEffect transition="in" filter="fade">
                                      <p:cBhvr>
                                        <p:cTn id="73" dur="1000"/>
                                        <p:tgtEl>
                                          <p:spTgt spid="5">
                                            <p:graphicEl>
                                              <a:dgm id="{089A9743-2883-4913-BDD7-A7DDB40F661E}"/>
                                            </p:graphicEl>
                                          </p:spTgt>
                                        </p:tgtEl>
                                      </p:cBhvr>
                                    </p:animEffect>
                                    <p:anim calcmode="lin" valueType="num">
                                      <p:cBhvr>
                                        <p:cTn id="74" dur="1000" fill="hold"/>
                                        <p:tgtEl>
                                          <p:spTgt spid="5">
                                            <p:graphicEl>
                                              <a:dgm id="{089A9743-2883-4913-BDD7-A7DDB40F661E}"/>
                                            </p:graphicEl>
                                          </p:spTgt>
                                        </p:tgtEl>
                                        <p:attrNameLst>
                                          <p:attrName>ppt_x</p:attrName>
                                        </p:attrNameLst>
                                      </p:cBhvr>
                                      <p:tavLst>
                                        <p:tav tm="0">
                                          <p:val>
                                            <p:strVal val="#ppt_x"/>
                                          </p:val>
                                        </p:tav>
                                        <p:tav tm="100000">
                                          <p:val>
                                            <p:strVal val="#ppt_x"/>
                                          </p:val>
                                        </p:tav>
                                      </p:tavLst>
                                    </p:anim>
                                    <p:anim calcmode="lin" valueType="num">
                                      <p:cBhvr>
                                        <p:cTn id="75" dur="1000" fill="hold"/>
                                        <p:tgtEl>
                                          <p:spTgt spid="5">
                                            <p:graphicEl>
                                              <a:dgm id="{089A9743-2883-4913-BDD7-A7DDB40F661E}"/>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0CB707-31A3-5252-67B9-910A82AD6766}"/>
              </a:ext>
            </a:extLst>
          </p:cNvPr>
          <p:cNvSpPr>
            <a:spLocks noGrp="1"/>
          </p:cNvSpPr>
          <p:nvPr>
            <p:ph type="title"/>
          </p:nvPr>
        </p:nvSpPr>
        <p:spPr/>
        <p:txBody>
          <a:bodyPr/>
          <a:lstStyle/>
          <a:p>
            <a:r>
              <a:rPr lang="es-ES" dirty="0" err="1"/>
              <a:t>Command</a:t>
            </a:r>
            <a:r>
              <a:rPr lang="es-ES" dirty="0"/>
              <a:t> </a:t>
            </a:r>
            <a:r>
              <a:rPr lang="es-ES" dirty="0" err="1"/>
              <a:t>pronpt</a:t>
            </a:r>
            <a:r>
              <a:rPr lang="es-ES" dirty="0"/>
              <a:t> o terminal de comandos de </a:t>
            </a:r>
            <a:r>
              <a:rPr lang="es-ES" dirty="0" err="1"/>
              <a:t>git</a:t>
            </a:r>
            <a:endParaRPr lang="es-ES" dirty="0"/>
          </a:p>
        </p:txBody>
      </p:sp>
      <p:sp>
        <p:nvSpPr>
          <p:cNvPr id="3" name="Marcador de contenido 2">
            <a:extLst>
              <a:ext uri="{FF2B5EF4-FFF2-40B4-BE49-F238E27FC236}">
                <a16:creationId xmlns:a16="http://schemas.microsoft.com/office/drawing/2014/main" id="{713FFDC5-9228-541C-F045-D3BBB9D48C19}"/>
              </a:ext>
            </a:extLst>
          </p:cNvPr>
          <p:cNvSpPr>
            <a:spLocks noGrp="1"/>
          </p:cNvSpPr>
          <p:nvPr>
            <p:ph idx="1"/>
          </p:nvPr>
        </p:nvSpPr>
        <p:spPr/>
        <p:txBody>
          <a:bodyPr/>
          <a:lstStyle/>
          <a:p>
            <a:endParaRPr lang="es-ES"/>
          </a:p>
        </p:txBody>
      </p:sp>
      <p:pic>
        <p:nvPicPr>
          <p:cNvPr id="5" name="Imagen 4">
            <a:extLst>
              <a:ext uri="{FF2B5EF4-FFF2-40B4-BE49-F238E27FC236}">
                <a16:creationId xmlns:a16="http://schemas.microsoft.com/office/drawing/2014/main" id="{BF799A26-2576-6291-6B11-B17E89934CF7}"/>
              </a:ext>
            </a:extLst>
          </p:cNvPr>
          <p:cNvPicPr>
            <a:picLocks noChangeAspect="1"/>
          </p:cNvPicPr>
          <p:nvPr/>
        </p:nvPicPr>
        <p:blipFill>
          <a:blip r:embed="rId2"/>
          <a:srcRect/>
          <a:stretch/>
        </p:blipFill>
        <p:spPr>
          <a:xfrm>
            <a:off x="2235200" y="2097088"/>
            <a:ext cx="7590971" cy="4271731"/>
          </a:xfrm>
          <a:prstGeom prst="rect">
            <a:avLst/>
          </a:prstGeom>
        </p:spPr>
      </p:pic>
    </p:spTree>
    <p:extLst>
      <p:ext uri="{BB962C8B-B14F-4D97-AF65-F5344CB8AC3E}">
        <p14:creationId xmlns:p14="http://schemas.microsoft.com/office/powerpoint/2010/main" val="3906564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E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E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E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grpSp>
      <p:sp>
        <p:nvSpPr>
          <p:cNvPr id="2" name="Título 1">
            <a:extLst>
              <a:ext uri="{FF2B5EF4-FFF2-40B4-BE49-F238E27FC236}">
                <a16:creationId xmlns:a16="http://schemas.microsoft.com/office/drawing/2014/main" id="{24B63F8B-F8CB-D466-2CC8-BF5B93A41C43}"/>
              </a:ext>
            </a:extLst>
          </p:cNvPr>
          <p:cNvSpPr>
            <a:spLocks noGrp="1"/>
          </p:cNvSpPr>
          <p:nvPr>
            <p:ph type="title"/>
          </p:nvPr>
        </p:nvSpPr>
        <p:spPr>
          <a:xfrm>
            <a:off x="-485245" y="942973"/>
            <a:ext cx="5195633" cy="4708528"/>
          </a:xfrm>
        </p:spPr>
        <p:txBody>
          <a:bodyPr>
            <a:normAutofit/>
          </a:bodyPr>
          <a:lstStyle/>
          <a:p>
            <a:pPr algn="r"/>
            <a:r>
              <a:rPr lang="es-ES" sz="4000" dirty="0"/>
              <a:t> Ventajas de GitHub</a:t>
            </a:r>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DA946B50-4899-3DF4-325E-4046F0E3F1BF}"/>
              </a:ext>
            </a:extLst>
          </p:cNvPr>
          <p:cNvSpPr>
            <a:spLocks noGrp="1"/>
          </p:cNvSpPr>
          <p:nvPr>
            <p:ph idx="1"/>
          </p:nvPr>
        </p:nvSpPr>
        <p:spPr>
          <a:xfrm>
            <a:off x="5297763" y="1082673"/>
            <a:ext cx="5751237" cy="4708528"/>
          </a:xfrm>
        </p:spPr>
        <p:txBody>
          <a:bodyPr anchor="ctr">
            <a:normAutofit/>
          </a:bodyPr>
          <a:lstStyle/>
          <a:p>
            <a:r>
              <a:rPr lang="es-MX"/>
              <a:t>Colaboración remota: Desarrolladores de todo el mundo pueden contribuir a proyectos de código abierto.</a:t>
            </a:r>
          </a:p>
          <a:p>
            <a:r>
              <a:rPr lang="es-MX"/>
              <a:t>Gestión de proyectos: Seguimiento de problemas, gestión de tareas y documentación del proyecto.</a:t>
            </a:r>
          </a:p>
          <a:p>
            <a:r>
              <a:rPr lang="es-MX"/>
              <a:t>Visibilidad: Facilita la búsqueda y el descubrimiento de proyectos populares y tendencias de la comunidad.</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txBody>
            <a:bodyPr/>
            <a:lstStyle/>
            <a:p>
              <a:endParaRPr lang="es-E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miter lim="800000"/>
                  <a:headEnd/>
                  <a:tailEnd/>
                </a14:hiddenLine>
              </a:ext>
            </a:extLst>
          </p:spPr>
          <p:txBody>
            <a:bodyPr/>
            <a:lstStyle/>
            <a:p>
              <a:endParaRPr lang="es-ES"/>
            </a:p>
          </p:txBody>
        </p:sp>
      </p:grpSp>
    </p:spTree>
    <p:extLst>
      <p:ext uri="{BB962C8B-B14F-4D97-AF65-F5344CB8AC3E}">
        <p14:creationId xmlns:p14="http://schemas.microsoft.com/office/powerpoint/2010/main" val="2364340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978A47D-4F17-40FE-AB70-7AF78A9575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5400" y="-14287"/>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85BE3A7E-6A3F-401E-A025-BBB8FDB8DD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4288" y="0"/>
            <a:ext cx="1220788" cy="6858001"/>
            <a:chOff x="-14288" y="0"/>
            <a:chExt cx="1220788" cy="6858001"/>
          </a:xfrm>
          <a:solidFill>
            <a:schemeClr val="tx1">
              <a:alpha val="60000"/>
            </a:schemeClr>
          </a:solidFill>
        </p:grpSpPr>
        <p:sp>
          <p:nvSpPr>
            <p:cNvPr id="11" name="Rectangle 5">
              <a:extLst>
                <a:ext uri="{FF2B5EF4-FFF2-40B4-BE49-F238E27FC236}">
                  <a16:creationId xmlns:a16="http://schemas.microsoft.com/office/drawing/2014/main" id="{41EE9036-817C-476C-BD59-B5184F9A3E3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sp>
          <p:nvSpPr>
            <p:cNvPr id="12" name="Freeform 6">
              <a:extLst>
                <a:ext uri="{FF2B5EF4-FFF2-40B4-BE49-F238E27FC236}">
                  <a16:creationId xmlns:a16="http://schemas.microsoft.com/office/drawing/2014/main" id="{F098087A-B4E4-4300-A841-44988BD88E2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3" name="Freeform 7">
              <a:extLst>
                <a:ext uri="{FF2B5EF4-FFF2-40B4-BE49-F238E27FC236}">
                  <a16:creationId xmlns:a16="http://schemas.microsoft.com/office/drawing/2014/main" id="{F5BD5F4B-A39C-4DF9-84E4-A4D33F30E6E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4" name="Freeform 8">
              <a:extLst>
                <a:ext uri="{FF2B5EF4-FFF2-40B4-BE49-F238E27FC236}">
                  <a16:creationId xmlns:a16="http://schemas.microsoft.com/office/drawing/2014/main" id="{D7FA9858-BFA0-4D5B-AF72-B1B65EB069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5" name="Freeform 9">
              <a:extLst>
                <a:ext uri="{FF2B5EF4-FFF2-40B4-BE49-F238E27FC236}">
                  <a16:creationId xmlns:a16="http://schemas.microsoft.com/office/drawing/2014/main" id="{A508A5F3-AFE0-4750-A9C2-B51A514FFC4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6" name="Freeform 10">
              <a:extLst>
                <a:ext uri="{FF2B5EF4-FFF2-40B4-BE49-F238E27FC236}">
                  <a16:creationId xmlns:a16="http://schemas.microsoft.com/office/drawing/2014/main" id="{92B4AAEB-ABF4-42A7-BE52-0B442190D1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7" name="Freeform 11">
              <a:extLst>
                <a:ext uri="{FF2B5EF4-FFF2-40B4-BE49-F238E27FC236}">
                  <a16:creationId xmlns:a16="http://schemas.microsoft.com/office/drawing/2014/main" id="{3767C370-4A42-4376-8CAE-606C4BC8F4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8" name="Freeform 12">
              <a:extLst>
                <a:ext uri="{FF2B5EF4-FFF2-40B4-BE49-F238E27FC236}">
                  <a16:creationId xmlns:a16="http://schemas.microsoft.com/office/drawing/2014/main" id="{36205F53-9C95-4954-B97C-1625BB8A350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19" name="Freeform 13">
              <a:extLst>
                <a:ext uri="{FF2B5EF4-FFF2-40B4-BE49-F238E27FC236}">
                  <a16:creationId xmlns:a16="http://schemas.microsoft.com/office/drawing/2014/main" id="{DC80B58E-3469-43E9-96FC-D747B698303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0" name="Freeform 14">
              <a:extLst>
                <a:ext uri="{FF2B5EF4-FFF2-40B4-BE49-F238E27FC236}">
                  <a16:creationId xmlns:a16="http://schemas.microsoft.com/office/drawing/2014/main" id="{E17A4ED2-DDD7-4B4D-A39C-9B0121C88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1" name="Freeform 15">
              <a:extLst>
                <a:ext uri="{FF2B5EF4-FFF2-40B4-BE49-F238E27FC236}">
                  <a16:creationId xmlns:a16="http://schemas.microsoft.com/office/drawing/2014/main" id="{A2C14A85-E7A9-4E1D-809F-20F5CFA788B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2" name="Line 16">
              <a:extLst>
                <a:ext uri="{FF2B5EF4-FFF2-40B4-BE49-F238E27FC236}">
                  <a16:creationId xmlns:a16="http://schemas.microsoft.com/office/drawing/2014/main" id="{F3D51E32-9399-4B7F-8D91-BF9A068B834B}"/>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s-ES"/>
            </a:p>
          </p:txBody>
        </p:sp>
        <p:sp>
          <p:nvSpPr>
            <p:cNvPr id="23" name="Freeform 17">
              <a:extLst>
                <a:ext uri="{FF2B5EF4-FFF2-40B4-BE49-F238E27FC236}">
                  <a16:creationId xmlns:a16="http://schemas.microsoft.com/office/drawing/2014/main" id="{9969F9D2-502D-4C1D-ABA5-02B1BF2A00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4" name="Freeform 18">
              <a:extLst>
                <a:ext uri="{FF2B5EF4-FFF2-40B4-BE49-F238E27FC236}">
                  <a16:creationId xmlns:a16="http://schemas.microsoft.com/office/drawing/2014/main" id="{4AE555C6-5623-478A-BF35-63E9929A3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5" name="Freeform 19">
              <a:extLst>
                <a:ext uri="{FF2B5EF4-FFF2-40B4-BE49-F238E27FC236}">
                  <a16:creationId xmlns:a16="http://schemas.microsoft.com/office/drawing/2014/main" id="{A3D3AED4-A69E-4301-9BB4-436DC5F0C9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6" name="Freeform 20">
              <a:extLst>
                <a:ext uri="{FF2B5EF4-FFF2-40B4-BE49-F238E27FC236}">
                  <a16:creationId xmlns:a16="http://schemas.microsoft.com/office/drawing/2014/main" id="{C3B8082C-2D81-48D7-8B45-85B7C89296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7" name="Rectangle 21">
              <a:extLst>
                <a:ext uri="{FF2B5EF4-FFF2-40B4-BE49-F238E27FC236}">
                  <a16:creationId xmlns:a16="http://schemas.microsoft.com/office/drawing/2014/main" id="{9AD35461-BA86-408B-8A29-244EB2F2FB5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sp>
          <p:nvSpPr>
            <p:cNvPr id="28" name="Freeform 22">
              <a:extLst>
                <a:ext uri="{FF2B5EF4-FFF2-40B4-BE49-F238E27FC236}">
                  <a16:creationId xmlns:a16="http://schemas.microsoft.com/office/drawing/2014/main" id="{F238E495-B6C6-4857-899B-CDD5848312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29" name="Freeform 23">
              <a:extLst>
                <a:ext uri="{FF2B5EF4-FFF2-40B4-BE49-F238E27FC236}">
                  <a16:creationId xmlns:a16="http://schemas.microsoft.com/office/drawing/2014/main" id="{E20A751E-054C-4EC2-8DA3-0EC923A6588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0" name="Freeform 24">
              <a:extLst>
                <a:ext uri="{FF2B5EF4-FFF2-40B4-BE49-F238E27FC236}">
                  <a16:creationId xmlns:a16="http://schemas.microsoft.com/office/drawing/2014/main" id="{B6E8E701-3D21-4E5C-AB6E-9A74046970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1" name="Freeform 25">
              <a:extLst>
                <a:ext uri="{FF2B5EF4-FFF2-40B4-BE49-F238E27FC236}">
                  <a16:creationId xmlns:a16="http://schemas.microsoft.com/office/drawing/2014/main" id="{431BDA41-D09D-4984-B888-756F5F81B49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2" name="Freeform 26">
              <a:extLst>
                <a:ext uri="{FF2B5EF4-FFF2-40B4-BE49-F238E27FC236}">
                  <a16:creationId xmlns:a16="http://schemas.microsoft.com/office/drawing/2014/main" id="{0DC943D2-20E4-4C00-82D2-D405A7C00B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3" name="Freeform 27">
              <a:extLst>
                <a:ext uri="{FF2B5EF4-FFF2-40B4-BE49-F238E27FC236}">
                  <a16:creationId xmlns:a16="http://schemas.microsoft.com/office/drawing/2014/main" id="{4BC34A74-80A2-4DE1-8ADC-BBD1709035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4" name="Freeform 28">
              <a:extLst>
                <a:ext uri="{FF2B5EF4-FFF2-40B4-BE49-F238E27FC236}">
                  <a16:creationId xmlns:a16="http://schemas.microsoft.com/office/drawing/2014/main" id="{C6C3CA25-431F-4E26-952D-4AA9C4C725C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5" name="Freeform 29">
              <a:extLst>
                <a:ext uri="{FF2B5EF4-FFF2-40B4-BE49-F238E27FC236}">
                  <a16:creationId xmlns:a16="http://schemas.microsoft.com/office/drawing/2014/main" id="{776D1836-82AE-40EF-9829-C6B8D2CF0258}"/>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6" name="Freeform 30">
              <a:extLst>
                <a:ext uri="{FF2B5EF4-FFF2-40B4-BE49-F238E27FC236}">
                  <a16:creationId xmlns:a16="http://schemas.microsoft.com/office/drawing/2014/main" id="{9A8E397E-ADF9-45C1-98F4-3F5A86378B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37" name="Freeform 31">
              <a:extLst>
                <a:ext uri="{FF2B5EF4-FFF2-40B4-BE49-F238E27FC236}">
                  <a16:creationId xmlns:a16="http://schemas.microsoft.com/office/drawing/2014/main" id="{DE07CFD9-357F-40BC-A792-CE874BFE509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grpSp>
      <p:sp>
        <p:nvSpPr>
          <p:cNvPr id="2" name="Título 1">
            <a:extLst>
              <a:ext uri="{FF2B5EF4-FFF2-40B4-BE49-F238E27FC236}">
                <a16:creationId xmlns:a16="http://schemas.microsoft.com/office/drawing/2014/main" id="{24B63F8B-F8CB-D466-2CC8-BF5B93A41C43}"/>
              </a:ext>
            </a:extLst>
          </p:cNvPr>
          <p:cNvSpPr>
            <a:spLocks noGrp="1"/>
          </p:cNvSpPr>
          <p:nvPr>
            <p:ph type="title"/>
          </p:nvPr>
        </p:nvSpPr>
        <p:spPr>
          <a:xfrm>
            <a:off x="-485245" y="942973"/>
            <a:ext cx="5195633" cy="4708528"/>
          </a:xfrm>
        </p:spPr>
        <p:txBody>
          <a:bodyPr>
            <a:normAutofit/>
          </a:bodyPr>
          <a:lstStyle/>
          <a:p>
            <a:pPr algn="r"/>
            <a:r>
              <a:rPr lang="es-MX" sz="4000" dirty="0"/>
              <a:t>Uso básico de </a:t>
            </a:r>
            <a:br>
              <a:rPr lang="es-MX" sz="4000" dirty="0"/>
            </a:br>
            <a:r>
              <a:rPr lang="es-MX" sz="4000" dirty="0"/>
              <a:t>Git y GitHub</a:t>
            </a:r>
            <a:endParaRPr lang="es-ES" sz="4000" dirty="0"/>
          </a:p>
        </p:txBody>
      </p:sp>
      <p:cxnSp>
        <p:nvCxnSpPr>
          <p:cNvPr id="39" name="Straight Connector 38">
            <a:extLst>
              <a:ext uri="{FF2B5EF4-FFF2-40B4-BE49-F238E27FC236}">
                <a16:creationId xmlns:a16="http://schemas.microsoft.com/office/drawing/2014/main" id="{085ECEC0-FF5D-4348-92C7-1EA7C61E770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454684"/>
            <a:ext cx="0" cy="3649129"/>
          </a:xfrm>
          <a:prstGeom prst="line">
            <a:avLst/>
          </a:prstGeom>
          <a:ln w="25400">
            <a:solidFill>
              <a:schemeClr val="tx1">
                <a:alpha val="70000"/>
              </a:schemeClr>
            </a:solidFill>
          </a:ln>
        </p:spPr>
        <p:style>
          <a:lnRef idx="1">
            <a:schemeClr val="accent1"/>
          </a:lnRef>
          <a:fillRef idx="0">
            <a:schemeClr val="accent1"/>
          </a:fillRef>
          <a:effectRef idx="0">
            <a:schemeClr val="accent1"/>
          </a:effectRef>
          <a:fontRef idx="minor">
            <a:schemeClr val="tx1"/>
          </a:fontRef>
        </p:style>
      </p:cxnSp>
      <p:sp>
        <p:nvSpPr>
          <p:cNvPr id="3" name="Marcador de contenido 2">
            <a:extLst>
              <a:ext uri="{FF2B5EF4-FFF2-40B4-BE49-F238E27FC236}">
                <a16:creationId xmlns:a16="http://schemas.microsoft.com/office/drawing/2014/main" id="{DA946B50-4899-3DF4-325E-4046F0E3F1BF}"/>
              </a:ext>
            </a:extLst>
          </p:cNvPr>
          <p:cNvSpPr>
            <a:spLocks noGrp="1"/>
          </p:cNvSpPr>
          <p:nvPr>
            <p:ph idx="1"/>
          </p:nvPr>
        </p:nvSpPr>
        <p:spPr>
          <a:xfrm>
            <a:off x="5297763" y="1082673"/>
            <a:ext cx="5751237" cy="4708528"/>
          </a:xfrm>
        </p:spPr>
        <p:txBody>
          <a:bodyPr anchor="ctr">
            <a:normAutofit/>
          </a:bodyPr>
          <a:lstStyle/>
          <a:p>
            <a:r>
              <a:rPr lang="es-MX"/>
              <a:t>Clonar un repositorio: Descargar una copia de un repositorio de GitHub a tu máquina local.</a:t>
            </a:r>
          </a:p>
          <a:p>
            <a:r>
              <a:rPr lang="es-MX"/>
              <a:t>Realizar cambios: Modificar archivos y realizar commits para registrar los cambios.</a:t>
            </a:r>
          </a:p>
          <a:p>
            <a:r>
              <a:rPr lang="es-MX"/>
              <a:t>Subir cambios: Enviar commits locales al repositorio remoto en GitHub mediante un "push".</a:t>
            </a:r>
          </a:p>
        </p:txBody>
      </p:sp>
      <p:grpSp>
        <p:nvGrpSpPr>
          <p:cNvPr id="41" name="Group 40">
            <a:extLst>
              <a:ext uri="{FF2B5EF4-FFF2-40B4-BE49-F238E27FC236}">
                <a16:creationId xmlns:a16="http://schemas.microsoft.com/office/drawing/2014/main" id="{F4E035BE-9FF4-43D3-BC25-CF582D7FF8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364912" y="0"/>
            <a:ext cx="674688" cy="6848476"/>
            <a:chOff x="11364912" y="0"/>
            <a:chExt cx="674688" cy="6848476"/>
          </a:xfrm>
          <a:solidFill>
            <a:schemeClr val="tx1">
              <a:alpha val="60000"/>
            </a:schemeClr>
          </a:solidFill>
        </p:grpSpPr>
        <p:sp>
          <p:nvSpPr>
            <p:cNvPr id="42" name="Freeform 32">
              <a:extLst>
                <a:ext uri="{FF2B5EF4-FFF2-40B4-BE49-F238E27FC236}">
                  <a16:creationId xmlns:a16="http://schemas.microsoft.com/office/drawing/2014/main" id="{F98BCEB2-EC20-4E84-A994-0AC37292C8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3" name="Freeform 33">
              <a:extLst>
                <a:ext uri="{FF2B5EF4-FFF2-40B4-BE49-F238E27FC236}">
                  <a16:creationId xmlns:a16="http://schemas.microsoft.com/office/drawing/2014/main" id="{7A2E1821-AEDF-417E-9F17-83379E9C094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4" name="Freeform 34">
              <a:extLst>
                <a:ext uri="{FF2B5EF4-FFF2-40B4-BE49-F238E27FC236}">
                  <a16:creationId xmlns:a16="http://schemas.microsoft.com/office/drawing/2014/main" id="{CB3734E2-8292-4B47-B6AB-0E5A058DE95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5" name="Freeform 35">
              <a:extLst>
                <a:ext uri="{FF2B5EF4-FFF2-40B4-BE49-F238E27FC236}">
                  <a16:creationId xmlns:a16="http://schemas.microsoft.com/office/drawing/2014/main" id="{A0B09C51-29AB-45C0-B707-CCFB9DF280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6" name="Freeform 36">
              <a:extLst>
                <a:ext uri="{FF2B5EF4-FFF2-40B4-BE49-F238E27FC236}">
                  <a16:creationId xmlns:a16="http://schemas.microsoft.com/office/drawing/2014/main" id="{510C0CED-AE1B-45AE-B5E1-57521E589D2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7" name="Freeform 37">
              <a:extLst>
                <a:ext uri="{FF2B5EF4-FFF2-40B4-BE49-F238E27FC236}">
                  <a16:creationId xmlns:a16="http://schemas.microsoft.com/office/drawing/2014/main" id="{591F2327-4B45-41AA-B41C-7404B6A1E4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8" name="Freeform 38">
              <a:extLst>
                <a:ext uri="{FF2B5EF4-FFF2-40B4-BE49-F238E27FC236}">
                  <a16:creationId xmlns:a16="http://schemas.microsoft.com/office/drawing/2014/main" id="{5A63224C-41A0-42C0-96F6-0B2BE99A1353}"/>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49" name="Freeform 39">
              <a:extLst>
                <a:ext uri="{FF2B5EF4-FFF2-40B4-BE49-F238E27FC236}">
                  <a16:creationId xmlns:a16="http://schemas.microsoft.com/office/drawing/2014/main" id="{A7C00B9F-C253-4776-9935-EC02254A4F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50" name="Freeform 40">
              <a:extLst>
                <a:ext uri="{FF2B5EF4-FFF2-40B4-BE49-F238E27FC236}">
                  <a16:creationId xmlns:a16="http://schemas.microsoft.com/office/drawing/2014/main" id="{5062D4AA-13F3-4064-8440-FFE8562D8540}"/>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s-ES"/>
            </a:p>
          </p:txBody>
        </p:sp>
        <p:sp>
          <p:nvSpPr>
            <p:cNvPr id="51" name="Rectangle 41">
              <a:extLst>
                <a:ext uri="{FF2B5EF4-FFF2-40B4-BE49-F238E27FC236}">
                  <a16:creationId xmlns:a16="http://schemas.microsoft.com/office/drawing/2014/main" id="{3E143B27-CB82-440B-879B-D25C1891C1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939587" y="6596063"/>
              <a:ext cx="23813" cy="252413"/>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s-ES"/>
            </a:p>
          </p:txBody>
        </p:sp>
      </p:grpSp>
    </p:spTree>
    <p:extLst>
      <p:ext uri="{BB962C8B-B14F-4D97-AF65-F5344CB8AC3E}">
        <p14:creationId xmlns:p14="http://schemas.microsoft.com/office/powerpoint/2010/main" val="3475280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DF8884-3EE4-725A-E849-F89000E65DAF}"/>
              </a:ext>
            </a:extLst>
          </p:cNvPr>
          <p:cNvSpPr>
            <a:spLocks noGrp="1"/>
          </p:cNvSpPr>
          <p:nvPr>
            <p:ph type="title"/>
          </p:nvPr>
        </p:nvSpPr>
        <p:spPr/>
        <p:txBody>
          <a:bodyPr/>
          <a:lstStyle/>
          <a:p>
            <a:pPr algn="ctr"/>
            <a:r>
              <a:rPr lang="es-ES" dirty="0"/>
              <a:t>En conclusión</a:t>
            </a:r>
          </a:p>
        </p:txBody>
      </p:sp>
      <p:sp>
        <p:nvSpPr>
          <p:cNvPr id="3" name="Marcador de contenido 2">
            <a:extLst>
              <a:ext uri="{FF2B5EF4-FFF2-40B4-BE49-F238E27FC236}">
                <a16:creationId xmlns:a16="http://schemas.microsoft.com/office/drawing/2014/main" id="{75EC5CDF-7C1F-086D-C17B-6524180ECD36}"/>
              </a:ext>
            </a:extLst>
          </p:cNvPr>
          <p:cNvSpPr>
            <a:spLocks noGrp="1"/>
          </p:cNvSpPr>
          <p:nvPr>
            <p:ph idx="1"/>
          </p:nvPr>
        </p:nvSpPr>
        <p:spPr/>
        <p:txBody>
          <a:bodyPr/>
          <a:lstStyle/>
          <a:p>
            <a:r>
              <a:rPr lang="es-MX" dirty="0"/>
              <a:t>Git y GitHub son herramientas poderosas para el desarrollo de software colaborativo.</a:t>
            </a:r>
          </a:p>
          <a:p>
            <a:r>
              <a:rPr lang="es-MX" dirty="0"/>
              <a:t>Con Git, podemos gestionar cambios en el código y colaborar en proyectos de manera efectiva.</a:t>
            </a:r>
          </a:p>
          <a:p>
            <a:r>
              <a:rPr lang="es-MX" dirty="0"/>
              <a:t>GitHub amplía las capacidades de Git al proporcionar una plataforma centralizada para la colaboración y la gestión de proyectos.</a:t>
            </a:r>
            <a:endParaRPr lang="es-ES" dirty="0"/>
          </a:p>
        </p:txBody>
      </p:sp>
    </p:spTree>
    <p:extLst>
      <p:ext uri="{BB962C8B-B14F-4D97-AF65-F5344CB8AC3E}">
        <p14:creationId xmlns:p14="http://schemas.microsoft.com/office/powerpoint/2010/main" val="928722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4FD197-033B-5126-5A89-BB04F2D5F52C}"/>
              </a:ext>
            </a:extLst>
          </p:cNvPr>
          <p:cNvSpPr>
            <a:spLocks noGrp="1"/>
          </p:cNvSpPr>
          <p:nvPr>
            <p:ph type="title"/>
          </p:nvPr>
        </p:nvSpPr>
        <p:spPr/>
        <p:txBody>
          <a:bodyPr/>
          <a:lstStyle/>
          <a:p>
            <a:pPr algn="ctr"/>
            <a:r>
              <a:rPr lang="es-ES" dirty="0"/>
              <a:t>ENLACES A descargas y TUTORIALES</a:t>
            </a:r>
          </a:p>
        </p:txBody>
      </p:sp>
      <p:sp>
        <p:nvSpPr>
          <p:cNvPr id="3" name="Marcador de contenido 2">
            <a:extLst>
              <a:ext uri="{FF2B5EF4-FFF2-40B4-BE49-F238E27FC236}">
                <a16:creationId xmlns:a16="http://schemas.microsoft.com/office/drawing/2014/main" id="{8D22E856-CB12-697A-8464-EDBB1C485186}"/>
              </a:ext>
            </a:extLst>
          </p:cNvPr>
          <p:cNvSpPr>
            <a:spLocks noGrp="1"/>
          </p:cNvSpPr>
          <p:nvPr>
            <p:ph idx="1"/>
          </p:nvPr>
        </p:nvSpPr>
        <p:spPr/>
        <p:txBody>
          <a:bodyPr/>
          <a:lstStyle/>
          <a:p>
            <a:r>
              <a:rPr lang="es-ES" dirty="0">
                <a:hlinkClick r:id="rId2"/>
              </a:rPr>
              <a:t>Sitio oficial - Descarga GIT</a:t>
            </a:r>
            <a:endParaRPr lang="es-ES" dirty="0">
              <a:hlinkClick r:id="rId3"/>
            </a:endParaRPr>
          </a:p>
          <a:p>
            <a:r>
              <a:rPr lang="es-ES" dirty="0">
                <a:hlinkClick r:id="rId4"/>
              </a:rPr>
              <a:t>Sitio oficial - GITHUB</a:t>
            </a:r>
            <a:endParaRPr lang="es-ES" dirty="0">
              <a:hlinkClick r:id="rId3"/>
            </a:endParaRPr>
          </a:p>
          <a:p>
            <a:r>
              <a:rPr lang="es-ES" dirty="0">
                <a:hlinkClick r:id="rId3"/>
              </a:rPr>
              <a:t>Crear y subir mi primer repositorio</a:t>
            </a:r>
            <a:endParaRPr lang="es-ES" dirty="0"/>
          </a:p>
        </p:txBody>
      </p:sp>
    </p:spTree>
    <p:extLst>
      <p:ext uri="{BB962C8B-B14F-4D97-AF65-F5344CB8AC3E}">
        <p14:creationId xmlns:p14="http://schemas.microsoft.com/office/powerpoint/2010/main" val="148239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o">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Circuito</Template>
  <TotalTime>653</TotalTime>
  <Words>887</Words>
  <Application>Microsoft Office PowerPoint</Application>
  <PresentationFormat>Panorámica</PresentationFormat>
  <Paragraphs>84</Paragraphs>
  <Slides>11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11</vt:i4>
      </vt:variant>
    </vt:vector>
  </HeadingPairs>
  <TitlesOfParts>
    <vt:vector size="15" baseType="lpstr">
      <vt:lpstr>Arial</vt:lpstr>
      <vt:lpstr>Times New Roman</vt:lpstr>
      <vt:lpstr>Tw Cen MT</vt:lpstr>
      <vt:lpstr>Circuito</vt:lpstr>
      <vt:lpstr>Presentación de PowerPoint</vt:lpstr>
      <vt:lpstr>¿Qué es git?</vt:lpstr>
      <vt:lpstr>¿Qué es GitHub?</vt:lpstr>
      <vt:lpstr>Conceptos Clave de Git</vt:lpstr>
      <vt:lpstr>Conceptos Clave de GitHub</vt:lpstr>
      <vt:lpstr>Comandos básicos de GIT</vt:lpstr>
      <vt:lpstr>Command pronpt o terminal de comandos de git</vt:lpstr>
      <vt:lpstr> Ventajas de GitHub</vt:lpstr>
      <vt:lpstr>Uso básico de  Git y GitHub</vt:lpstr>
      <vt:lpstr>En conclusión</vt:lpstr>
      <vt:lpstr>ENLACES A descargas y TUTORIALES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dc:title>
  <dc:creator>Gastón</dc:creator>
  <cp:lastModifiedBy>Gastón Cáceres</cp:lastModifiedBy>
  <cp:revision>27</cp:revision>
  <dcterms:created xsi:type="dcterms:W3CDTF">2023-04-04T14:16:49Z</dcterms:created>
  <dcterms:modified xsi:type="dcterms:W3CDTF">2025-04-23T16:28:16Z</dcterms:modified>
</cp:coreProperties>
</file>